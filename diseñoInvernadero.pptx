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OLAY ALBERTO CHILLO CUICHAN" initials="" lastIdx="1" clrIdx="0">
    <p:extLst>
      <p:ext uri="{19B8F6BF-5375-455C-9EA6-DF929625EA0E}">
        <p15:presenceInfo xmlns:p15="http://schemas.microsoft.com/office/powerpoint/2012/main" userId="S::nachillo@espe.edu.ec::4fda3072-7668-4742-9219-cf3a80c3381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EBF9"/>
    <a:srgbClr val="E4E3AA"/>
    <a:srgbClr val="D9D785"/>
    <a:srgbClr val="F0F0D2"/>
    <a:srgbClr val="97AE57"/>
    <a:srgbClr val="5DD5FF"/>
    <a:srgbClr val="245D9C"/>
    <a:srgbClr val="000000"/>
    <a:srgbClr val="00B409"/>
    <a:srgbClr val="008A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3126D-D25E-31D8-B862-605F15BAE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1095690-3FCE-943F-FDA2-637FA2000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D8ABBF-83AD-0046-3AF2-FF8C71578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2D897B-BC11-910E-4604-2A70A85B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051F2C-B384-3539-DD10-4CDADEC7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1555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DBFF8-83CC-77EE-834C-62E38C0AC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918F77-E558-6F3A-EE14-55CC4450A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367F80-E570-1174-AA05-1DA99E5D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919030-5436-16D5-423C-AF80BE27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C72F9D-DE77-7908-6B5B-B622545C6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73143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98B03F-33C2-3AB3-F5D1-C2A8333DD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C0058F-8F36-05B6-2E8D-832094D56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4649F-767F-F93B-2960-B7FC9E3FB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69CB60-0DFF-071F-AD6C-6284584FE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942DA9-773F-6D40-33E0-64A31E193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98504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0BB33-A091-1B68-6A5A-DDB865DE4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51CD5-8251-6FE1-794A-CF6D9E58A6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84A2BF-AE26-17C6-2DD8-40187B871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0C1757-0406-58E8-98C0-F3273F2D2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7EB5B2-D75E-17BE-FD75-C6AF606C0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709328-4C75-0FC0-9B24-05B0D98B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157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A9661-465D-46C2-15B7-A434A0087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88A4EA-7226-19BB-0F76-57BE48B37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8780367-9B9F-77C9-A69D-E82F20F42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84EBCC-FBAB-E0B6-0EB2-B2DB49147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F71A311-A23C-7DF2-0F76-157F762B86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BFD00A-26D5-26E3-5219-7E04CAFD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3A7FA03-D279-FCAF-2AE4-868504329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ABE4FC-849C-D741-6A70-BBA8935B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01100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4BADE9-CD72-E602-A4E5-43203750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52C837C-7842-DB03-55B8-22D4417C6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9DC0BD-7063-047E-D8BA-CE4B8021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ACC0EE9-0F5A-E65A-C530-9C6E55BC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0688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5DA167-642A-B493-A967-5562A03A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01B8AC-6E9A-80E2-C87C-80C71E0E0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ADEFA5-C10B-1E20-3B20-087FADDF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69051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BACA54-725A-D293-9E49-3280853E6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1B015F-68A7-9CAB-C36C-9C1D5CD20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52F845-00A1-5094-3555-9CC170F42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6A9E55-10CD-4DF1-392C-A084C164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9C59C4-7338-2317-1427-6CC12ABC5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550674-23BA-59F3-9B57-DEF8FF70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7784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0262C7-8A8C-A6DC-F23D-DCDD05C49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E1F3F3-CFA1-D246-DF87-4C11B3C36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6E48D1B-69D1-FFE9-B90E-A4F54B06F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EAA31C-411C-D21C-03B9-C5337721E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3FDC2B-70CF-CE80-F323-8F81BE98D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074536-7140-30A7-8C7C-986984482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48847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4E8CE7-A0A6-A78A-A7C4-10C5BB1DA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27EEC6B-1B3C-938F-ED54-A69F2CD3F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471A98-A7B1-D0CA-E483-49578B90C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F6A4E5-FD11-2845-292C-F5D91432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B6CE9-2F7A-CAD1-D44C-E74AFF541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34628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376BA8-172D-ADB8-0904-81E2937BF0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6230CA-637C-4681-BA7E-03DB9485D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6B2341-E08F-6A6C-D9BB-810A4EB0B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15B2EE-5E81-425A-DB0B-CC5FF34C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D7CDB7-AD37-BE01-7C9D-5F60EF6E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8540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A3A8D13-78DF-3D25-2AF0-0FC9D4123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E00B39-089C-5574-BABA-EA3B5618F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720C5-D17C-6999-D983-F684B3D2FA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6CA76-C538-4282-A12C-5D9B446AA6B8}" type="datetimeFigureOut">
              <a:rPr lang="es-EC" smtClean="0"/>
              <a:t>3/2/2026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D1A4B3-2A45-58E1-188F-4A3CFEFD39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8B0579-1DF4-7FB0-82B1-3E06523C8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39D598-EFBF-4CB6-A118-88621997426D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15175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entágono 33">
            <a:extLst>
              <a:ext uri="{FF2B5EF4-FFF2-40B4-BE49-F238E27FC236}">
                <a16:creationId xmlns:a16="http://schemas.microsoft.com/office/drawing/2014/main" id="{6FC58D97-5125-9F78-DDC2-689633D443CD}"/>
              </a:ext>
            </a:extLst>
          </p:cNvPr>
          <p:cNvSpPr/>
          <p:nvPr/>
        </p:nvSpPr>
        <p:spPr>
          <a:xfrm>
            <a:off x="7797975" y="2823432"/>
            <a:ext cx="1866898" cy="1074418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14754 w 974872"/>
              <a:gd name="connsiteY0" fmla="*/ 349269 h 914398"/>
              <a:gd name="connsiteX1" fmla="*/ 494813 w 974872"/>
              <a:gd name="connsiteY1" fmla="*/ 0 h 914398"/>
              <a:gd name="connsiteX2" fmla="*/ 974872 w 974872"/>
              <a:gd name="connsiteY2" fmla="*/ 349269 h 914398"/>
              <a:gd name="connsiteX3" fmla="*/ 791506 w 974872"/>
              <a:gd name="connsiteY3" fmla="*/ 914398 h 914398"/>
              <a:gd name="connsiteX4" fmla="*/ 0 w 974872"/>
              <a:gd name="connsiteY4" fmla="*/ 914398 h 914398"/>
              <a:gd name="connsiteX5" fmla="*/ 14754 w 974872"/>
              <a:gd name="connsiteY5" fmla="*/ 349269 h 914398"/>
              <a:gd name="connsiteX0" fmla="*/ 14754 w 1888786"/>
              <a:gd name="connsiteY0" fmla="*/ 349269 h 967738"/>
              <a:gd name="connsiteX1" fmla="*/ 494813 w 1888786"/>
              <a:gd name="connsiteY1" fmla="*/ 0 h 967738"/>
              <a:gd name="connsiteX2" fmla="*/ 974872 w 1888786"/>
              <a:gd name="connsiteY2" fmla="*/ 349269 h 967738"/>
              <a:gd name="connsiteX3" fmla="*/ 1888786 w 1888786"/>
              <a:gd name="connsiteY3" fmla="*/ 967738 h 967738"/>
              <a:gd name="connsiteX4" fmla="*/ 0 w 1888786"/>
              <a:gd name="connsiteY4" fmla="*/ 914398 h 967738"/>
              <a:gd name="connsiteX5" fmla="*/ 14754 w 1888786"/>
              <a:gd name="connsiteY5" fmla="*/ 349269 h 967738"/>
              <a:gd name="connsiteX0" fmla="*/ 14754 w 1888786"/>
              <a:gd name="connsiteY0" fmla="*/ 349269 h 1028698"/>
              <a:gd name="connsiteX1" fmla="*/ 494813 w 1888786"/>
              <a:gd name="connsiteY1" fmla="*/ 0 h 1028698"/>
              <a:gd name="connsiteX2" fmla="*/ 974872 w 1888786"/>
              <a:gd name="connsiteY2" fmla="*/ 349269 h 1028698"/>
              <a:gd name="connsiteX3" fmla="*/ 1888786 w 1888786"/>
              <a:gd name="connsiteY3" fmla="*/ 967738 h 1028698"/>
              <a:gd name="connsiteX4" fmla="*/ 0 w 1888786"/>
              <a:gd name="connsiteY4" fmla="*/ 1028698 h 1028698"/>
              <a:gd name="connsiteX5" fmla="*/ 14754 w 1888786"/>
              <a:gd name="connsiteY5" fmla="*/ 349269 h 1028698"/>
              <a:gd name="connsiteX0" fmla="*/ 14754 w 1858306"/>
              <a:gd name="connsiteY0" fmla="*/ 349269 h 1059178"/>
              <a:gd name="connsiteX1" fmla="*/ 494813 w 1858306"/>
              <a:gd name="connsiteY1" fmla="*/ 0 h 1059178"/>
              <a:gd name="connsiteX2" fmla="*/ 974872 w 1858306"/>
              <a:gd name="connsiteY2" fmla="*/ 349269 h 1059178"/>
              <a:gd name="connsiteX3" fmla="*/ 1858306 w 1858306"/>
              <a:gd name="connsiteY3" fmla="*/ 1059178 h 1059178"/>
              <a:gd name="connsiteX4" fmla="*/ 0 w 1858306"/>
              <a:gd name="connsiteY4" fmla="*/ 1028698 h 1059178"/>
              <a:gd name="connsiteX5" fmla="*/ 14754 w 1858306"/>
              <a:gd name="connsiteY5" fmla="*/ 349269 h 1059178"/>
              <a:gd name="connsiteX0" fmla="*/ 14754 w 1881166"/>
              <a:gd name="connsiteY0" fmla="*/ 349269 h 1028698"/>
              <a:gd name="connsiteX1" fmla="*/ 494813 w 1881166"/>
              <a:gd name="connsiteY1" fmla="*/ 0 h 1028698"/>
              <a:gd name="connsiteX2" fmla="*/ 974872 w 1881166"/>
              <a:gd name="connsiteY2" fmla="*/ 349269 h 1028698"/>
              <a:gd name="connsiteX3" fmla="*/ 1881166 w 1881166"/>
              <a:gd name="connsiteY3" fmla="*/ 1013458 h 1028698"/>
              <a:gd name="connsiteX4" fmla="*/ 0 w 1881166"/>
              <a:gd name="connsiteY4" fmla="*/ 1028698 h 1028698"/>
              <a:gd name="connsiteX5" fmla="*/ 14754 w 1881166"/>
              <a:gd name="connsiteY5" fmla="*/ 349269 h 1028698"/>
              <a:gd name="connsiteX0" fmla="*/ 14754 w 1881652"/>
              <a:gd name="connsiteY0" fmla="*/ 349269 h 1028698"/>
              <a:gd name="connsiteX1" fmla="*/ 494813 w 1881652"/>
              <a:gd name="connsiteY1" fmla="*/ 0 h 1028698"/>
              <a:gd name="connsiteX2" fmla="*/ 1881652 w 1881652"/>
              <a:gd name="connsiteY2" fmla="*/ 341649 h 1028698"/>
              <a:gd name="connsiteX3" fmla="*/ 1881166 w 1881652"/>
              <a:gd name="connsiteY3" fmla="*/ 1013458 h 1028698"/>
              <a:gd name="connsiteX4" fmla="*/ 0 w 1881652"/>
              <a:gd name="connsiteY4" fmla="*/ 1028698 h 1028698"/>
              <a:gd name="connsiteX5" fmla="*/ 14754 w 1881652"/>
              <a:gd name="connsiteY5" fmla="*/ 349269 h 1028698"/>
              <a:gd name="connsiteX0" fmla="*/ 14754 w 1881652"/>
              <a:gd name="connsiteY0" fmla="*/ 394989 h 1074418"/>
              <a:gd name="connsiteX1" fmla="*/ 929153 w 1881652"/>
              <a:gd name="connsiteY1" fmla="*/ 0 h 1074418"/>
              <a:gd name="connsiteX2" fmla="*/ 1881652 w 1881652"/>
              <a:gd name="connsiteY2" fmla="*/ 387369 h 1074418"/>
              <a:gd name="connsiteX3" fmla="*/ 1881166 w 1881652"/>
              <a:gd name="connsiteY3" fmla="*/ 1059178 h 1074418"/>
              <a:gd name="connsiteX4" fmla="*/ 0 w 1881652"/>
              <a:gd name="connsiteY4" fmla="*/ 1074418 h 1074418"/>
              <a:gd name="connsiteX5" fmla="*/ 14754 w 1881652"/>
              <a:gd name="connsiteY5" fmla="*/ 394989 h 1074418"/>
              <a:gd name="connsiteX0" fmla="*/ 0 w 1866898"/>
              <a:gd name="connsiteY0" fmla="*/ 394989 h 1074418"/>
              <a:gd name="connsiteX1" fmla="*/ 914399 w 1866898"/>
              <a:gd name="connsiteY1" fmla="*/ 0 h 1074418"/>
              <a:gd name="connsiteX2" fmla="*/ 1866898 w 1866898"/>
              <a:gd name="connsiteY2" fmla="*/ 387369 h 1074418"/>
              <a:gd name="connsiteX3" fmla="*/ 1866412 w 1866898"/>
              <a:gd name="connsiteY3" fmla="*/ 105917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  <a:gd name="connsiteX0" fmla="*/ 0 w 1866898"/>
              <a:gd name="connsiteY0" fmla="*/ 394989 h 1074418"/>
              <a:gd name="connsiteX1" fmla="*/ 914399 w 1866898"/>
              <a:gd name="connsiteY1" fmla="*/ 0 h 1074418"/>
              <a:gd name="connsiteX2" fmla="*/ 1866898 w 1866898"/>
              <a:gd name="connsiteY2" fmla="*/ 387369 h 1074418"/>
              <a:gd name="connsiteX3" fmla="*/ 1858792 w 1866898"/>
              <a:gd name="connsiteY3" fmla="*/ 107441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  <a:gd name="connsiteX0" fmla="*/ 0 w 1866898"/>
              <a:gd name="connsiteY0" fmla="*/ 394989 h 1074418"/>
              <a:gd name="connsiteX1" fmla="*/ 883919 w 1866898"/>
              <a:gd name="connsiteY1" fmla="*/ 0 h 1074418"/>
              <a:gd name="connsiteX2" fmla="*/ 1866898 w 1866898"/>
              <a:gd name="connsiteY2" fmla="*/ 387369 h 1074418"/>
              <a:gd name="connsiteX3" fmla="*/ 1858792 w 1866898"/>
              <a:gd name="connsiteY3" fmla="*/ 107441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66898" h="1074418">
                <a:moveTo>
                  <a:pt x="0" y="394989"/>
                </a:moveTo>
                <a:lnTo>
                  <a:pt x="883919" y="0"/>
                </a:lnTo>
                <a:lnTo>
                  <a:pt x="1866898" y="387369"/>
                </a:lnTo>
                <a:lnTo>
                  <a:pt x="1858792" y="1074418"/>
                </a:lnTo>
                <a:lnTo>
                  <a:pt x="15726" y="1074418"/>
                </a:lnTo>
                <a:lnTo>
                  <a:pt x="0" y="394989"/>
                </a:lnTo>
                <a:close/>
              </a:path>
            </a:pathLst>
          </a:custGeom>
          <a:solidFill>
            <a:srgbClr val="84FCFC">
              <a:alpha val="30000"/>
            </a:srgbClr>
          </a:solidFill>
          <a:ln w="28575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032" name="Hexágono 1031">
            <a:extLst>
              <a:ext uri="{FF2B5EF4-FFF2-40B4-BE49-F238E27FC236}">
                <a16:creationId xmlns:a16="http://schemas.microsoft.com/office/drawing/2014/main" id="{2EAFE001-BF64-5D27-CA34-F524629CFC37}"/>
              </a:ext>
            </a:extLst>
          </p:cNvPr>
          <p:cNvSpPr/>
          <p:nvPr/>
        </p:nvSpPr>
        <p:spPr>
          <a:xfrm>
            <a:off x="5409761" y="3889865"/>
            <a:ext cx="6593023" cy="2952007"/>
          </a:xfrm>
          <a:custGeom>
            <a:avLst/>
            <a:gdLst>
              <a:gd name="connsiteX0" fmla="*/ 0 w 1326484"/>
              <a:gd name="connsiteY0" fmla="*/ 752104 h 1504207"/>
              <a:gd name="connsiteX1" fmla="*/ 331621 w 1326484"/>
              <a:gd name="connsiteY1" fmla="*/ 0 h 1504207"/>
              <a:gd name="connsiteX2" fmla="*/ 994863 w 1326484"/>
              <a:gd name="connsiteY2" fmla="*/ 0 h 1504207"/>
              <a:gd name="connsiteX3" fmla="*/ 1326484 w 1326484"/>
              <a:gd name="connsiteY3" fmla="*/ 752104 h 1504207"/>
              <a:gd name="connsiteX4" fmla="*/ 994863 w 1326484"/>
              <a:gd name="connsiteY4" fmla="*/ 1504207 h 1504207"/>
              <a:gd name="connsiteX5" fmla="*/ 331621 w 1326484"/>
              <a:gd name="connsiteY5" fmla="*/ 1504207 h 1504207"/>
              <a:gd name="connsiteX6" fmla="*/ 0 w 1326484"/>
              <a:gd name="connsiteY6" fmla="*/ 752104 h 1504207"/>
              <a:gd name="connsiteX0" fmla="*/ 0 w 3348324"/>
              <a:gd name="connsiteY0" fmla="*/ 1285504 h 1504207"/>
              <a:gd name="connsiteX1" fmla="*/ 2353461 w 3348324"/>
              <a:gd name="connsiteY1" fmla="*/ 0 h 1504207"/>
              <a:gd name="connsiteX2" fmla="*/ 3016703 w 3348324"/>
              <a:gd name="connsiteY2" fmla="*/ 0 h 1504207"/>
              <a:gd name="connsiteX3" fmla="*/ 3348324 w 3348324"/>
              <a:gd name="connsiteY3" fmla="*/ 752104 h 1504207"/>
              <a:gd name="connsiteX4" fmla="*/ 3016703 w 3348324"/>
              <a:gd name="connsiteY4" fmla="*/ 1504207 h 1504207"/>
              <a:gd name="connsiteX5" fmla="*/ 2353461 w 3348324"/>
              <a:gd name="connsiteY5" fmla="*/ 1504207 h 1504207"/>
              <a:gd name="connsiteX6" fmla="*/ 0 w 3348324"/>
              <a:gd name="connsiteY6" fmla="*/ 1285504 h 1504207"/>
              <a:gd name="connsiteX0" fmla="*/ 0 w 4220663"/>
              <a:gd name="connsiteY0" fmla="*/ 1290584 h 1509287"/>
              <a:gd name="connsiteX1" fmla="*/ 2353461 w 4220663"/>
              <a:gd name="connsiteY1" fmla="*/ 5080 h 1509287"/>
              <a:gd name="connsiteX2" fmla="*/ 4220663 w 4220663"/>
              <a:gd name="connsiteY2" fmla="*/ 0 h 1509287"/>
              <a:gd name="connsiteX3" fmla="*/ 3348324 w 4220663"/>
              <a:gd name="connsiteY3" fmla="*/ 757184 h 1509287"/>
              <a:gd name="connsiteX4" fmla="*/ 3016703 w 4220663"/>
              <a:gd name="connsiteY4" fmla="*/ 1509287 h 1509287"/>
              <a:gd name="connsiteX5" fmla="*/ 2353461 w 4220663"/>
              <a:gd name="connsiteY5" fmla="*/ 1509287 h 1509287"/>
              <a:gd name="connsiteX6" fmla="*/ 0 w 4220663"/>
              <a:gd name="connsiteY6" fmla="*/ 1290584 h 1509287"/>
              <a:gd name="connsiteX0" fmla="*/ 0 w 6579204"/>
              <a:gd name="connsiteY0" fmla="*/ 1290584 h 1509287"/>
              <a:gd name="connsiteX1" fmla="*/ 2353461 w 6579204"/>
              <a:gd name="connsiteY1" fmla="*/ 5080 h 1509287"/>
              <a:gd name="connsiteX2" fmla="*/ 4220663 w 6579204"/>
              <a:gd name="connsiteY2" fmla="*/ 0 h 1509287"/>
              <a:gd name="connsiteX3" fmla="*/ 6579204 w 6579204"/>
              <a:gd name="connsiteY3" fmla="*/ 1173744 h 1509287"/>
              <a:gd name="connsiteX4" fmla="*/ 3016703 w 6579204"/>
              <a:gd name="connsiteY4" fmla="*/ 1509287 h 1509287"/>
              <a:gd name="connsiteX5" fmla="*/ 2353461 w 6579204"/>
              <a:gd name="connsiteY5" fmla="*/ 1509287 h 1509287"/>
              <a:gd name="connsiteX6" fmla="*/ 0 w 6579204"/>
              <a:gd name="connsiteY6" fmla="*/ 1290584 h 1509287"/>
              <a:gd name="connsiteX0" fmla="*/ 0 w 6579204"/>
              <a:gd name="connsiteY0" fmla="*/ 1290584 h 2931687"/>
              <a:gd name="connsiteX1" fmla="*/ 2353461 w 6579204"/>
              <a:gd name="connsiteY1" fmla="*/ 5080 h 2931687"/>
              <a:gd name="connsiteX2" fmla="*/ 4220663 w 6579204"/>
              <a:gd name="connsiteY2" fmla="*/ 0 h 2931687"/>
              <a:gd name="connsiteX3" fmla="*/ 6579204 w 6579204"/>
              <a:gd name="connsiteY3" fmla="*/ 1173744 h 2931687"/>
              <a:gd name="connsiteX4" fmla="*/ 6567623 w 6579204"/>
              <a:gd name="connsiteY4" fmla="*/ 2931687 h 2931687"/>
              <a:gd name="connsiteX5" fmla="*/ 2353461 w 6579204"/>
              <a:gd name="connsiteY5" fmla="*/ 1509287 h 2931687"/>
              <a:gd name="connsiteX6" fmla="*/ 0 w 6579204"/>
              <a:gd name="connsiteY6" fmla="*/ 1290584 h 2931687"/>
              <a:gd name="connsiteX0" fmla="*/ 13819 w 6593023"/>
              <a:gd name="connsiteY0" fmla="*/ 1290584 h 2952007"/>
              <a:gd name="connsiteX1" fmla="*/ 2367280 w 6593023"/>
              <a:gd name="connsiteY1" fmla="*/ 5080 h 2952007"/>
              <a:gd name="connsiteX2" fmla="*/ 4234482 w 6593023"/>
              <a:gd name="connsiteY2" fmla="*/ 0 h 2952007"/>
              <a:gd name="connsiteX3" fmla="*/ 6593023 w 6593023"/>
              <a:gd name="connsiteY3" fmla="*/ 1173744 h 2952007"/>
              <a:gd name="connsiteX4" fmla="*/ 6581442 w 6593023"/>
              <a:gd name="connsiteY4" fmla="*/ 2931687 h 2952007"/>
              <a:gd name="connsiteX5" fmla="*/ 0 w 6593023"/>
              <a:gd name="connsiteY5" fmla="*/ 2952007 h 2952007"/>
              <a:gd name="connsiteX6" fmla="*/ 13819 w 6593023"/>
              <a:gd name="connsiteY6" fmla="*/ 1290584 h 2952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93023" h="2952007">
                <a:moveTo>
                  <a:pt x="13819" y="1290584"/>
                </a:moveTo>
                <a:lnTo>
                  <a:pt x="2367280" y="5080"/>
                </a:lnTo>
                <a:lnTo>
                  <a:pt x="4234482" y="0"/>
                </a:lnTo>
                <a:lnTo>
                  <a:pt x="6593023" y="1173744"/>
                </a:lnTo>
                <a:cubicBezTo>
                  <a:pt x="6589163" y="1759725"/>
                  <a:pt x="6585302" y="2345706"/>
                  <a:pt x="6581442" y="2931687"/>
                </a:cubicBezTo>
                <a:lnTo>
                  <a:pt x="0" y="2952007"/>
                </a:lnTo>
                <a:lnTo>
                  <a:pt x="13819" y="1290584"/>
                </a:lnTo>
                <a:close/>
              </a:path>
            </a:pathLst>
          </a:custGeom>
          <a:gradFill flip="none" rotWithShape="1">
            <a:gsLst>
              <a:gs pos="0">
                <a:schemeClr val="bg2">
                  <a:lumMod val="75000"/>
                  <a:shade val="30000"/>
                  <a:satMod val="115000"/>
                </a:schemeClr>
              </a:gs>
              <a:gs pos="50000">
                <a:schemeClr val="bg2">
                  <a:lumMod val="75000"/>
                  <a:shade val="67500"/>
                  <a:satMod val="115000"/>
                </a:schemeClr>
              </a:gs>
              <a:gs pos="100000">
                <a:schemeClr val="bg2">
                  <a:lumMod val="75000"/>
                  <a:shade val="100000"/>
                  <a:satMod val="11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cxnSp>
        <p:nvCxnSpPr>
          <p:cNvPr id="158" name="Conector recto 157">
            <a:extLst>
              <a:ext uri="{FF2B5EF4-FFF2-40B4-BE49-F238E27FC236}">
                <a16:creationId xmlns:a16="http://schemas.microsoft.com/office/drawing/2014/main" id="{A7788884-818B-0E20-9C2A-1EF8BAEBFADA}"/>
              </a:ext>
            </a:extLst>
          </p:cNvPr>
          <p:cNvCxnSpPr>
            <a:cxnSpLocks/>
          </p:cNvCxnSpPr>
          <p:nvPr/>
        </p:nvCxnSpPr>
        <p:spPr>
          <a:xfrm>
            <a:off x="7669762" y="3152718"/>
            <a:ext cx="8763" cy="8153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Conector recto 160">
            <a:extLst>
              <a:ext uri="{FF2B5EF4-FFF2-40B4-BE49-F238E27FC236}">
                <a16:creationId xmlns:a16="http://schemas.microsoft.com/office/drawing/2014/main" id="{D8EF8815-6C40-21C7-1C3F-C93D82DB8D26}"/>
              </a:ext>
            </a:extLst>
          </p:cNvPr>
          <p:cNvCxnSpPr>
            <a:cxnSpLocks/>
          </p:cNvCxnSpPr>
          <p:nvPr/>
        </p:nvCxnSpPr>
        <p:spPr>
          <a:xfrm>
            <a:off x="7470563" y="3018881"/>
            <a:ext cx="0" cy="105591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Conector recto 163">
            <a:extLst>
              <a:ext uri="{FF2B5EF4-FFF2-40B4-BE49-F238E27FC236}">
                <a16:creationId xmlns:a16="http://schemas.microsoft.com/office/drawing/2014/main" id="{115B557A-499C-1834-F4A0-1AED08669B6F}"/>
              </a:ext>
            </a:extLst>
          </p:cNvPr>
          <p:cNvCxnSpPr>
            <a:cxnSpLocks/>
          </p:cNvCxnSpPr>
          <p:nvPr/>
        </p:nvCxnSpPr>
        <p:spPr>
          <a:xfrm>
            <a:off x="7148950" y="2841936"/>
            <a:ext cx="0" cy="140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ector recto 165">
            <a:extLst>
              <a:ext uri="{FF2B5EF4-FFF2-40B4-BE49-F238E27FC236}">
                <a16:creationId xmlns:a16="http://schemas.microsoft.com/office/drawing/2014/main" id="{F2C808CE-7362-AC8C-A30D-EEA64083A1B8}"/>
              </a:ext>
            </a:extLst>
          </p:cNvPr>
          <p:cNvCxnSpPr>
            <a:cxnSpLocks/>
          </p:cNvCxnSpPr>
          <p:nvPr/>
        </p:nvCxnSpPr>
        <p:spPr>
          <a:xfrm>
            <a:off x="6795650" y="2634841"/>
            <a:ext cx="0" cy="181523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ector recto 167">
            <a:extLst>
              <a:ext uri="{FF2B5EF4-FFF2-40B4-BE49-F238E27FC236}">
                <a16:creationId xmlns:a16="http://schemas.microsoft.com/office/drawing/2014/main" id="{13837ED2-FF9F-C19D-3C2B-5EC98D1AEE3A}"/>
              </a:ext>
            </a:extLst>
          </p:cNvPr>
          <p:cNvCxnSpPr>
            <a:cxnSpLocks/>
          </p:cNvCxnSpPr>
          <p:nvPr/>
        </p:nvCxnSpPr>
        <p:spPr>
          <a:xfrm>
            <a:off x="6225386" y="2331847"/>
            <a:ext cx="0" cy="240779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cto 169">
            <a:extLst>
              <a:ext uri="{FF2B5EF4-FFF2-40B4-BE49-F238E27FC236}">
                <a16:creationId xmlns:a16="http://schemas.microsoft.com/office/drawing/2014/main" id="{DA2560D7-4A38-F660-2CCD-EBE2096B806D}"/>
              </a:ext>
            </a:extLst>
          </p:cNvPr>
          <p:cNvCxnSpPr>
            <a:cxnSpLocks/>
          </p:cNvCxnSpPr>
          <p:nvPr/>
        </p:nvCxnSpPr>
        <p:spPr>
          <a:xfrm>
            <a:off x="5600546" y="1975713"/>
            <a:ext cx="0" cy="308015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ector recto 172">
            <a:extLst>
              <a:ext uri="{FF2B5EF4-FFF2-40B4-BE49-F238E27FC236}">
                <a16:creationId xmlns:a16="http://schemas.microsoft.com/office/drawing/2014/main" id="{53A73BF1-ED81-AF2E-3B13-1686C1C41A1E}"/>
              </a:ext>
            </a:extLst>
          </p:cNvPr>
          <p:cNvCxnSpPr>
            <a:cxnSpLocks/>
          </p:cNvCxnSpPr>
          <p:nvPr/>
        </p:nvCxnSpPr>
        <p:spPr>
          <a:xfrm>
            <a:off x="11795606" y="1998573"/>
            <a:ext cx="0" cy="297347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Conector recto 174">
            <a:extLst>
              <a:ext uri="{FF2B5EF4-FFF2-40B4-BE49-F238E27FC236}">
                <a16:creationId xmlns:a16="http://schemas.microsoft.com/office/drawing/2014/main" id="{019D211D-2C00-09B3-C3CD-3FB1F80EE4A7}"/>
              </a:ext>
            </a:extLst>
          </p:cNvPr>
          <p:cNvCxnSpPr>
            <a:cxnSpLocks/>
          </p:cNvCxnSpPr>
          <p:nvPr/>
        </p:nvCxnSpPr>
        <p:spPr>
          <a:xfrm>
            <a:off x="11163146" y="2331847"/>
            <a:ext cx="0" cy="23112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Conector recto 176">
            <a:extLst>
              <a:ext uri="{FF2B5EF4-FFF2-40B4-BE49-F238E27FC236}">
                <a16:creationId xmlns:a16="http://schemas.microsoft.com/office/drawing/2014/main" id="{CD4FDCE4-5806-6AAC-1893-7A833CDAA47B}"/>
              </a:ext>
            </a:extLst>
          </p:cNvPr>
          <p:cNvCxnSpPr>
            <a:cxnSpLocks/>
          </p:cNvCxnSpPr>
          <p:nvPr/>
        </p:nvCxnSpPr>
        <p:spPr>
          <a:xfrm>
            <a:off x="10651370" y="2646198"/>
            <a:ext cx="4862" cy="173784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ector recto 178">
            <a:extLst>
              <a:ext uri="{FF2B5EF4-FFF2-40B4-BE49-F238E27FC236}">
                <a16:creationId xmlns:a16="http://schemas.microsoft.com/office/drawing/2014/main" id="{24611968-8602-9A28-D0B2-B7FFE665BD09}"/>
              </a:ext>
            </a:extLst>
          </p:cNvPr>
          <p:cNvCxnSpPr>
            <a:cxnSpLocks/>
          </p:cNvCxnSpPr>
          <p:nvPr/>
        </p:nvCxnSpPr>
        <p:spPr>
          <a:xfrm>
            <a:off x="10283310" y="2841936"/>
            <a:ext cx="0" cy="140430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Conector recto 180">
            <a:extLst>
              <a:ext uri="{FF2B5EF4-FFF2-40B4-BE49-F238E27FC236}">
                <a16:creationId xmlns:a16="http://schemas.microsoft.com/office/drawing/2014/main" id="{1C0A8123-5D4C-42CD-6F54-46B91AE703FB}"/>
              </a:ext>
            </a:extLst>
          </p:cNvPr>
          <p:cNvCxnSpPr>
            <a:cxnSpLocks/>
          </p:cNvCxnSpPr>
          <p:nvPr/>
        </p:nvCxnSpPr>
        <p:spPr>
          <a:xfrm flipH="1">
            <a:off x="9959960" y="3032459"/>
            <a:ext cx="1198" cy="101947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Conector recto 182">
            <a:extLst>
              <a:ext uri="{FF2B5EF4-FFF2-40B4-BE49-F238E27FC236}">
                <a16:creationId xmlns:a16="http://schemas.microsoft.com/office/drawing/2014/main" id="{268321BA-3FD1-D00F-E338-830FB309D2D9}"/>
              </a:ext>
            </a:extLst>
          </p:cNvPr>
          <p:cNvCxnSpPr>
            <a:cxnSpLocks/>
          </p:cNvCxnSpPr>
          <p:nvPr/>
        </p:nvCxnSpPr>
        <p:spPr>
          <a:xfrm>
            <a:off x="9779463" y="3148620"/>
            <a:ext cx="8763" cy="81539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ector recto 183">
            <a:extLst>
              <a:ext uri="{FF2B5EF4-FFF2-40B4-BE49-F238E27FC236}">
                <a16:creationId xmlns:a16="http://schemas.microsoft.com/office/drawing/2014/main" id="{E77C1314-64C9-756B-E116-05DC55EE7BA9}"/>
              </a:ext>
            </a:extLst>
          </p:cNvPr>
          <p:cNvCxnSpPr>
            <a:cxnSpLocks/>
          </p:cNvCxnSpPr>
          <p:nvPr/>
        </p:nvCxnSpPr>
        <p:spPr>
          <a:xfrm>
            <a:off x="7954399" y="3155207"/>
            <a:ext cx="14288" cy="7426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Conector recto 186">
            <a:extLst>
              <a:ext uri="{FF2B5EF4-FFF2-40B4-BE49-F238E27FC236}">
                <a16:creationId xmlns:a16="http://schemas.microsoft.com/office/drawing/2014/main" id="{889BF5B8-3786-8172-D1BE-8AF425F54634}"/>
              </a:ext>
            </a:extLst>
          </p:cNvPr>
          <p:cNvCxnSpPr>
            <a:cxnSpLocks/>
          </p:cNvCxnSpPr>
          <p:nvPr/>
        </p:nvCxnSpPr>
        <p:spPr>
          <a:xfrm>
            <a:off x="9524139" y="3169657"/>
            <a:ext cx="14288" cy="74264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Conector recto 187">
            <a:extLst>
              <a:ext uri="{FF2B5EF4-FFF2-40B4-BE49-F238E27FC236}">
                <a16:creationId xmlns:a16="http://schemas.microsoft.com/office/drawing/2014/main" id="{2F88C8C9-3A75-DB38-4AEB-6F9D862CEED0}"/>
              </a:ext>
            </a:extLst>
          </p:cNvPr>
          <p:cNvCxnSpPr>
            <a:cxnSpLocks/>
          </p:cNvCxnSpPr>
          <p:nvPr/>
        </p:nvCxnSpPr>
        <p:spPr>
          <a:xfrm>
            <a:off x="8186874" y="3050513"/>
            <a:ext cx="10781" cy="84733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F0466463-AD47-7F00-55CF-26E96A3119B6}"/>
              </a:ext>
            </a:extLst>
          </p:cNvPr>
          <p:cNvCxnSpPr>
            <a:cxnSpLocks/>
          </p:cNvCxnSpPr>
          <p:nvPr/>
        </p:nvCxnSpPr>
        <p:spPr>
          <a:xfrm>
            <a:off x="9199583" y="3017237"/>
            <a:ext cx="7508" cy="8806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Conector recto 1024">
            <a:extLst>
              <a:ext uri="{FF2B5EF4-FFF2-40B4-BE49-F238E27FC236}">
                <a16:creationId xmlns:a16="http://schemas.microsoft.com/office/drawing/2014/main" id="{CCBD3903-3F85-32A1-735F-12ECBF1A4618}"/>
              </a:ext>
            </a:extLst>
          </p:cNvPr>
          <p:cNvCxnSpPr>
            <a:cxnSpLocks/>
          </p:cNvCxnSpPr>
          <p:nvPr/>
        </p:nvCxnSpPr>
        <p:spPr>
          <a:xfrm>
            <a:off x="8464872" y="2917323"/>
            <a:ext cx="9743" cy="9805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Conector recto 1028">
            <a:extLst>
              <a:ext uri="{FF2B5EF4-FFF2-40B4-BE49-F238E27FC236}">
                <a16:creationId xmlns:a16="http://schemas.microsoft.com/office/drawing/2014/main" id="{E7508050-A810-9E62-0A6F-52CCF9393175}"/>
              </a:ext>
            </a:extLst>
          </p:cNvPr>
          <p:cNvCxnSpPr>
            <a:cxnSpLocks/>
          </p:cNvCxnSpPr>
          <p:nvPr/>
        </p:nvCxnSpPr>
        <p:spPr>
          <a:xfrm>
            <a:off x="8900585" y="2909719"/>
            <a:ext cx="11743" cy="9922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960349C-2910-2249-4712-520BF12D5270}"/>
              </a:ext>
            </a:extLst>
          </p:cNvPr>
          <p:cNvCxnSpPr>
            <a:cxnSpLocks/>
            <a:endCxn id="9" idx="2"/>
          </p:cNvCxnSpPr>
          <p:nvPr/>
        </p:nvCxnSpPr>
        <p:spPr>
          <a:xfrm>
            <a:off x="5444036" y="1882140"/>
            <a:ext cx="2353939" cy="13322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726F960B-F40E-724C-364C-426223FCDA47}"/>
              </a:ext>
            </a:extLst>
          </p:cNvPr>
          <p:cNvCxnSpPr>
            <a:cxnSpLocks/>
          </p:cNvCxnSpPr>
          <p:nvPr/>
        </p:nvCxnSpPr>
        <p:spPr>
          <a:xfrm flipH="1">
            <a:off x="9636641" y="1855794"/>
            <a:ext cx="2377400" cy="135858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BF0D997E-DAD9-588D-7C33-3268358991EB}"/>
              </a:ext>
            </a:extLst>
          </p:cNvPr>
          <p:cNvCxnSpPr>
            <a:cxnSpLocks/>
          </p:cNvCxnSpPr>
          <p:nvPr/>
        </p:nvCxnSpPr>
        <p:spPr>
          <a:xfrm flipV="1">
            <a:off x="5416203" y="238905"/>
            <a:ext cx="1797397" cy="85441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F5172497-5D0C-037E-0A34-5E91236B89B8}"/>
              </a:ext>
            </a:extLst>
          </p:cNvPr>
          <p:cNvCxnSpPr>
            <a:cxnSpLocks/>
          </p:cNvCxnSpPr>
          <p:nvPr/>
        </p:nvCxnSpPr>
        <p:spPr>
          <a:xfrm flipV="1">
            <a:off x="5416203" y="219352"/>
            <a:ext cx="3045868" cy="145482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80D2C1F7-1E6B-C464-ED55-06C0E263E0EC}"/>
              </a:ext>
            </a:extLst>
          </p:cNvPr>
          <p:cNvCxnSpPr>
            <a:cxnSpLocks/>
          </p:cNvCxnSpPr>
          <p:nvPr/>
        </p:nvCxnSpPr>
        <p:spPr>
          <a:xfrm flipV="1">
            <a:off x="5675116" y="548640"/>
            <a:ext cx="3025975" cy="143657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E3AC7A05-74EB-9E22-68FF-EAA2BCC20779}"/>
              </a:ext>
            </a:extLst>
          </p:cNvPr>
          <p:cNvCxnSpPr>
            <a:cxnSpLocks/>
          </p:cNvCxnSpPr>
          <p:nvPr/>
        </p:nvCxnSpPr>
        <p:spPr>
          <a:xfrm flipV="1">
            <a:off x="5988460" y="903713"/>
            <a:ext cx="2712631" cy="12635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3019FED7-0E56-4A4C-DA03-B37A03E1464A}"/>
              </a:ext>
            </a:extLst>
          </p:cNvPr>
          <p:cNvCxnSpPr>
            <a:cxnSpLocks/>
          </p:cNvCxnSpPr>
          <p:nvPr/>
        </p:nvCxnSpPr>
        <p:spPr>
          <a:xfrm flipV="1">
            <a:off x="6225386" y="1157190"/>
            <a:ext cx="2482985" cy="117922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4DECB290-1E4D-8128-2EAD-4B348AD3D9DB}"/>
              </a:ext>
            </a:extLst>
          </p:cNvPr>
          <p:cNvCxnSpPr>
            <a:cxnSpLocks/>
          </p:cNvCxnSpPr>
          <p:nvPr/>
        </p:nvCxnSpPr>
        <p:spPr>
          <a:xfrm flipV="1">
            <a:off x="6442708" y="1397524"/>
            <a:ext cx="2255345" cy="10602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8E996229-7CC2-5CF4-240C-26DEF8175D18}"/>
              </a:ext>
            </a:extLst>
          </p:cNvPr>
          <p:cNvCxnSpPr>
            <a:cxnSpLocks/>
          </p:cNvCxnSpPr>
          <p:nvPr/>
        </p:nvCxnSpPr>
        <p:spPr>
          <a:xfrm flipV="1">
            <a:off x="6643724" y="1590362"/>
            <a:ext cx="2052077" cy="9743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8C6F06D4-1CE6-335B-CCC6-F0AB62FF131A}"/>
              </a:ext>
            </a:extLst>
          </p:cNvPr>
          <p:cNvCxnSpPr>
            <a:cxnSpLocks/>
          </p:cNvCxnSpPr>
          <p:nvPr/>
        </p:nvCxnSpPr>
        <p:spPr>
          <a:xfrm flipV="1">
            <a:off x="6795650" y="1764705"/>
            <a:ext cx="1900151" cy="8926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4D984F3C-7F3E-3334-E43D-077CC03C44A2}"/>
              </a:ext>
            </a:extLst>
          </p:cNvPr>
          <p:cNvCxnSpPr>
            <a:cxnSpLocks/>
          </p:cNvCxnSpPr>
          <p:nvPr/>
        </p:nvCxnSpPr>
        <p:spPr>
          <a:xfrm flipV="1">
            <a:off x="6928073" y="1922289"/>
            <a:ext cx="1756402" cy="81049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C566EBF2-B09A-1AF5-09C9-03B587CAA5DB}"/>
              </a:ext>
            </a:extLst>
          </p:cNvPr>
          <p:cNvCxnSpPr>
            <a:cxnSpLocks/>
          </p:cNvCxnSpPr>
          <p:nvPr/>
        </p:nvCxnSpPr>
        <p:spPr>
          <a:xfrm flipV="1">
            <a:off x="7047220" y="2039823"/>
            <a:ext cx="1648581" cy="76915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30BE2712-D90E-D1E5-897B-B64F4FD8352D}"/>
              </a:ext>
            </a:extLst>
          </p:cNvPr>
          <p:cNvCxnSpPr>
            <a:cxnSpLocks/>
          </p:cNvCxnSpPr>
          <p:nvPr/>
        </p:nvCxnSpPr>
        <p:spPr>
          <a:xfrm flipV="1">
            <a:off x="7148950" y="2133210"/>
            <a:ext cx="1546851" cy="72360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93473CBB-5D44-AA85-EA5E-5A7FBA90F2AA}"/>
              </a:ext>
            </a:extLst>
          </p:cNvPr>
          <p:cNvCxnSpPr>
            <a:cxnSpLocks/>
          </p:cNvCxnSpPr>
          <p:nvPr/>
        </p:nvCxnSpPr>
        <p:spPr>
          <a:xfrm flipV="1">
            <a:off x="7252900" y="2234759"/>
            <a:ext cx="1431575" cy="6750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3B2849BA-0920-DADE-7CD3-DDF26903D9D7}"/>
              </a:ext>
            </a:extLst>
          </p:cNvPr>
          <p:cNvCxnSpPr>
            <a:cxnSpLocks/>
          </p:cNvCxnSpPr>
          <p:nvPr/>
        </p:nvCxnSpPr>
        <p:spPr>
          <a:xfrm flipV="1">
            <a:off x="7332876" y="2321249"/>
            <a:ext cx="1365177" cy="637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EED064CE-34E2-88F3-45F0-79ED6D20C80F}"/>
              </a:ext>
            </a:extLst>
          </p:cNvPr>
          <p:cNvCxnSpPr>
            <a:cxnSpLocks/>
          </p:cNvCxnSpPr>
          <p:nvPr/>
        </p:nvCxnSpPr>
        <p:spPr>
          <a:xfrm flipV="1">
            <a:off x="7405280" y="2396917"/>
            <a:ext cx="1290521" cy="5951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cto 73">
            <a:extLst>
              <a:ext uri="{FF2B5EF4-FFF2-40B4-BE49-F238E27FC236}">
                <a16:creationId xmlns:a16="http://schemas.microsoft.com/office/drawing/2014/main" id="{510C3EEE-18F9-BF9B-0DCB-6C23992A4766}"/>
              </a:ext>
            </a:extLst>
          </p:cNvPr>
          <p:cNvCxnSpPr>
            <a:cxnSpLocks/>
          </p:cNvCxnSpPr>
          <p:nvPr/>
        </p:nvCxnSpPr>
        <p:spPr>
          <a:xfrm flipV="1">
            <a:off x="7485256" y="2479440"/>
            <a:ext cx="1205255" cy="5567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055A6D1D-88CB-B919-18C7-4A43D3DB32F3}"/>
              </a:ext>
            </a:extLst>
          </p:cNvPr>
          <p:cNvCxnSpPr>
            <a:cxnSpLocks/>
          </p:cNvCxnSpPr>
          <p:nvPr/>
        </p:nvCxnSpPr>
        <p:spPr>
          <a:xfrm flipV="1">
            <a:off x="7552573" y="2554513"/>
            <a:ext cx="1131902" cy="5327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cto 78">
            <a:extLst>
              <a:ext uri="{FF2B5EF4-FFF2-40B4-BE49-F238E27FC236}">
                <a16:creationId xmlns:a16="http://schemas.microsoft.com/office/drawing/2014/main" id="{918BFECB-BCE3-C61E-EA85-007C28A428B8}"/>
              </a:ext>
            </a:extLst>
          </p:cNvPr>
          <p:cNvCxnSpPr>
            <a:cxnSpLocks/>
          </p:cNvCxnSpPr>
          <p:nvPr/>
        </p:nvCxnSpPr>
        <p:spPr>
          <a:xfrm flipV="1">
            <a:off x="7632549" y="2621776"/>
            <a:ext cx="1063252" cy="5040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8B5B8AAB-590A-6031-90A0-A1C760BE7715}"/>
              </a:ext>
            </a:extLst>
          </p:cNvPr>
          <p:cNvCxnSpPr>
            <a:cxnSpLocks/>
          </p:cNvCxnSpPr>
          <p:nvPr/>
        </p:nvCxnSpPr>
        <p:spPr>
          <a:xfrm flipV="1">
            <a:off x="7714777" y="2715814"/>
            <a:ext cx="969698" cy="45556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6AE9BCF6-9949-B320-B6D7-906578670B30}"/>
              </a:ext>
            </a:extLst>
          </p:cNvPr>
          <p:cNvCxnSpPr>
            <a:cxnSpLocks/>
          </p:cNvCxnSpPr>
          <p:nvPr/>
        </p:nvCxnSpPr>
        <p:spPr>
          <a:xfrm flipH="1" flipV="1">
            <a:off x="8688213" y="2728821"/>
            <a:ext cx="1026313" cy="4238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7B078DD4-9D1C-377F-21F0-F0AE8DD8F54F}"/>
              </a:ext>
            </a:extLst>
          </p:cNvPr>
          <p:cNvCxnSpPr>
            <a:cxnSpLocks/>
          </p:cNvCxnSpPr>
          <p:nvPr/>
        </p:nvCxnSpPr>
        <p:spPr>
          <a:xfrm flipH="1" flipV="1">
            <a:off x="8697027" y="2631649"/>
            <a:ext cx="1128015" cy="48289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A3E679AD-E971-638F-0063-97B363893ACD}"/>
              </a:ext>
            </a:extLst>
          </p:cNvPr>
          <p:cNvCxnSpPr>
            <a:cxnSpLocks/>
          </p:cNvCxnSpPr>
          <p:nvPr/>
        </p:nvCxnSpPr>
        <p:spPr>
          <a:xfrm flipH="1" flipV="1">
            <a:off x="8697027" y="2555377"/>
            <a:ext cx="1191193" cy="51312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25A133B8-A0C6-F617-67CD-19CEE2E7C711}"/>
              </a:ext>
            </a:extLst>
          </p:cNvPr>
          <p:cNvCxnSpPr>
            <a:cxnSpLocks/>
          </p:cNvCxnSpPr>
          <p:nvPr/>
        </p:nvCxnSpPr>
        <p:spPr>
          <a:xfrm flipH="1" flipV="1">
            <a:off x="8697027" y="2479440"/>
            <a:ext cx="1262933" cy="5527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834CC1DB-D860-48AC-94B3-E76D159AAD91}"/>
              </a:ext>
            </a:extLst>
          </p:cNvPr>
          <p:cNvCxnSpPr>
            <a:cxnSpLocks/>
          </p:cNvCxnSpPr>
          <p:nvPr/>
        </p:nvCxnSpPr>
        <p:spPr>
          <a:xfrm flipH="1" flipV="1">
            <a:off x="8697027" y="2395520"/>
            <a:ext cx="1351758" cy="5989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ector recto 99">
            <a:extLst>
              <a:ext uri="{FF2B5EF4-FFF2-40B4-BE49-F238E27FC236}">
                <a16:creationId xmlns:a16="http://schemas.microsoft.com/office/drawing/2014/main" id="{9F75E2A6-7D0E-283A-D0EF-338B31938769}"/>
              </a:ext>
            </a:extLst>
          </p:cNvPr>
          <p:cNvCxnSpPr>
            <a:cxnSpLocks/>
          </p:cNvCxnSpPr>
          <p:nvPr/>
        </p:nvCxnSpPr>
        <p:spPr>
          <a:xfrm flipH="1" flipV="1">
            <a:off x="8690511" y="2325867"/>
            <a:ext cx="1433833" cy="62395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ector recto 103">
            <a:extLst>
              <a:ext uri="{FF2B5EF4-FFF2-40B4-BE49-F238E27FC236}">
                <a16:creationId xmlns:a16="http://schemas.microsoft.com/office/drawing/2014/main" id="{DC52CACE-4FF1-D06B-786B-BF11061863F4}"/>
              </a:ext>
            </a:extLst>
          </p:cNvPr>
          <p:cNvCxnSpPr>
            <a:cxnSpLocks/>
          </p:cNvCxnSpPr>
          <p:nvPr/>
        </p:nvCxnSpPr>
        <p:spPr>
          <a:xfrm flipH="1" flipV="1">
            <a:off x="8690510" y="2230739"/>
            <a:ext cx="1521560" cy="67931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ector recto 107">
            <a:extLst>
              <a:ext uri="{FF2B5EF4-FFF2-40B4-BE49-F238E27FC236}">
                <a16:creationId xmlns:a16="http://schemas.microsoft.com/office/drawing/2014/main" id="{9D91FB77-DBE5-73CA-0B9A-E7EFB04A0F10}"/>
              </a:ext>
            </a:extLst>
          </p:cNvPr>
          <p:cNvCxnSpPr>
            <a:cxnSpLocks/>
          </p:cNvCxnSpPr>
          <p:nvPr/>
        </p:nvCxnSpPr>
        <p:spPr>
          <a:xfrm flipH="1" flipV="1">
            <a:off x="8690509" y="2140051"/>
            <a:ext cx="1580944" cy="71414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ector recto 111">
            <a:extLst>
              <a:ext uri="{FF2B5EF4-FFF2-40B4-BE49-F238E27FC236}">
                <a16:creationId xmlns:a16="http://schemas.microsoft.com/office/drawing/2014/main" id="{0C3D9F60-936E-E7C7-9C9F-00D3C3D51BB6}"/>
              </a:ext>
            </a:extLst>
          </p:cNvPr>
          <p:cNvCxnSpPr>
            <a:cxnSpLocks/>
          </p:cNvCxnSpPr>
          <p:nvPr/>
        </p:nvCxnSpPr>
        <p:spPr>
          <a:xfrm>
            <a:off x="10212070" y="224455"/>
            <a:ext cx="1801971" cy="86886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ector recto 115">
            <a:extLst>
              <a:ext uri="{FF2B5EF4-FFF2-40B4-BE49-F238E27FC236}">
                <a16:creationId xmlns:a16="http://schemas.microsoft.com/office/drawing/2014/main" id="{0D7D93C3-4320-8DED-4B3E-003AE4730A17}"/>
              </a:ext>
            </a:extLst>
          </p:cNvPr>
          <p:cNvCxnSpPr>
            <a:cxnSpLocks/>
          </p:cNvCxnSpPr>
          <p:nvPr/>
        </p:nvCxnSpPr>
        <p:spPr>
          <a:xfrm flipH="1" flipV="1">
            <a:off x="8934979" y="229464"/>
            <a:ext cx="3054227" cy="142828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ector recto 119">
            <a:extLst>
              <a:ext uri="{FF2B5EF4-FFF2-40B4-BE49-F238E27FC236}">
                <a16:creationId xmlns:a16="http://schemas.microsoft.com/office/drawing/2014/main" id="{4E6A96F1-4A9E-692C-AA1D-BB27D944B5EE}"/>
              </a:ext>
            </a:extLst>
          </p:cNvPr>
          <p:cNvCxnSpPr>
            <a:cxnSpLocks/>
          </p:cNvCxnSpPr>
          <p:nvPr/>
        </p:nvCxnSpPr>
        <p:spPr>
          <a:xfrm flipH="1" flipV="1">
            <a:off x="8695801" y="564429"/>
            <a:ext cx="3088619" cy="14194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ector recto 124">
            <a:extLst>
              <a:ext uri="{FF2B5EF4-FFF2-40B4-BE49-F238E27FC236}">
                <a16:creationId xmlns:a16="http://schemas.microsoft.com/office/drawing/2014/main" id="{1BAA0409-F024-8C86-0539-5B2A89AE1AC1}"/>
              </a:ext>
            </a:extLst>
          </p:cNvPr>
          <p:cNvCxnSpPr>
            <a:cxnSpLocks/>
          </p:cNvCxnSpPr>
          <p:nvPr/>
        </p:nvCxnSpPr>
        <p:spPr>
          <a:xfrm flipH="1" flipV="1">
            <a:off x="8702621" y="920431"/>
            <a:ext cx="2762778" cy="12540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cto 127">
            <a:extLst>
              <a:ext uri="{FF2B5EF4-FFF2-40B4-BE49-F238E27FC236}">
                <a16:creationId xmlns:a16="http://schemas.microsoft.com/office/drawing/2014/main" id="{8DA4ED42-85B5-7CE3-38CD-21A90E787178}"/>
              </a:ext>
            </a:extLst>
          </p:cNvPr>
          <p:cNvCxnSpPr>
            <a:cxnSpLocks/>
          </p:cNvCxnSpPr>
          <p:nvPr/>
        </p:nvCxnSpPr>
        <p:spPr>
          <a:xfrm flipH="1" flipV="1">
            <a:off x="8695801" y="1179814"/>
            <a:ext cx="2464533" cy="11369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130">
            <a:extLst>
              <a:ext uri="{FF2B5EF4-FFF2-40B4-BE49-F238E27FC236}">
                <a16:creationId xmlns:a16="http://schemas.microsoft.com/office/drawing/2014/main" id="{5A2C2CE3-9612-988B-E1DE-04F4D62EDEAE}"/>
              </a:ext>
            </a:extLst>
          </p:cNvPr>
          <p:cNvCxnSpPr>
            <a:cxnSpLocks/>
          </p:cNvCxnSpPr>
          <p:nvPr/>
        </p:nvCxnSpPr>
        <p:spPr>
          <a:xfrm flipH="1" flipV="1">
            <a:off x="8679393" y="1412742"/>
            <a:ext cx="2231080" cy="10411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ector recto 133">
            <a:extLst>
              <a:ext uri="{FF2B5EF4-FFF2-40B4-BE49-F238E27FC236}">
                <a16:creationId xmlns:a16="http://schemas.microsoft.com/office/drawing/2014/main" id="{C388D88E-BD3E-D34C-DA4F-A7F7E5039C0E}"/>
              </a:ext>
            </a:extLst>
          </p:cNvPr>
          <p:cNvCxnSpPr>
            <a:cxnSpLocks/>
          </p:cNvCxnSpPr>
          <p:nvPr/>
        </p:nvCxnSpPr>
        <p:spPr>
          <a:xfrm flipH="1" flipV="1">
            <a:off x="8693853" y="1607554"/>
            <a:ext cx="2087230" cy="9603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ector recto 136">
            <a:extLst>
              <a:ext uri="{FF2B5EF4-FFF2-40B4-BE49-F238E27FC236}">
                <a16:creationId xmlns:a16="http://schemas.microsoft.com/office/drawing/2014/main" id="{D78065A2-9367-81AE-0F1F-0839168D50DC}"/>
              </a:ext>
            </a:extLst>
          </p:cNvPr>
          <p:cNvCxnSpPr>
            <a:cxnSpLocks/>
          </p:cNvCxnSpPr>
          <p:nvPr/>
        </p:nvCxnSpPr>
        <p:spPr>
          <a:xfrm flipH="1" flipV="1">
            <a:off x="8696668" y="1781567"/>
            <a:ext cx="1892636" cy="86136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139">
            <a:extLst>
              <a:ext uri="{FF2B5EF4-FFF2-40B4-BE49-F238E27FC236}">
                <a16:creationId xmlns:a16="http://schemas.microsoft.com/office/drawing/2014/main" id="{B8476F19-8AF1-3AA3-2671-F77B64303B19}"/>
              </a:ext>
            </a:extLst>
          </p:cNvPr>
          <p:cNvCxnSpPr>
            <a:cxnSpLocks/>
          </p:cNvCxnSpPr>
          <p:nvPr/>
        </p:nvCxnSpPr>
        <p:spPr>
          <a:xfrm flipH="1" flipV="1">
            <a:off x="8697749" y="1925013"/>
            <a:ext cx="1745928" cy="81366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DA7FE6DD-1883-3DB4-1CA8-7762D0C6ADCC}"/>
              </a:ext>
            </a:extLst>
          </p:cNvPr>
          <p:cNvCxnSpPr>
            <a:cxnSpLocks/>
          </p:cNvCxnSpPr>
          <p:nvPr/>
        </p:nvCxnSpPr>
        <p:spPr>
          <a:xfrm flipH="1" flipV="1">
            <a:off x="8704390" y="2058960"/>
            <a:ext cx="1629608" cy="7368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Pentágono 33">
            <a:extLst>
              <a:ext uri="{FF2B5EF4-FFF2-40B4-BE49-F238E27FC236}">
                <a16:creationId xmlns:a16="http://schemas.microsoft.com/office/drawing/2014/main" id="{6142A262-4BEA-773B-7D3C-387C8FC8870C}"/>
              </a:ext>
            </a:extLst>
          </p:cNvPr>
          <p:cNvSpPr/>
          <p:nvPr/>
        </p:nvSpPr>
        <p:spPr>
          <a:xfrm>
            <a:off x="8704569" y="202623"/>
            <a:ext cx="3309472" cy="3002280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14754 w 974872"/>
              <a:gd name="connsiteY0" fmla="*/ 349269 h 914398"/>
              <a:gd name="connsiteX1" fmla="*/ 494813 w 974872"/>
              <a:gd name="connsiteY1" fmla="*/ 0 h 914398"/>
              <a:gd name="connsiteX2" fmla="*/ 974872 w 974872"/>
              <a:gd name="connsiteY2" fmla="*/ 349269 h 914398"/>
              <a:gd name="connsiteX3" fmla="*/ 791506 w 974872"/>
              <a:gd name="connsiteY3" fmla="*/ 914398 h 914398"/>
              <a:gd name="connsiteX4" fmla="*/ 0 w 974872"/>
              <a:gd name="connsiteY4" fmla="*/ 914398 h 914398"/>
              <a:gd name="connsiteX5" fmla="*/ 14754 w 974872"/>
              <a:gd name="connsiteY5" fmla="*/ 349269 h 914398"/>
              <a:gd name="connsiteX0" fmla="*/ 14754 w 1888786"/>
              <a:gd name="connsiteY0" fmla="*/ 349269 h 967738"/>
              <a:gd name="connsiteX1" fmla="*/ 494813 w 1888786"/>
              <a:gd name="connsiteY1" fmla="*/ 0 h 967738"/>
              <a:gd name="connsiteX2" fmla="*/ 974872 w 1888786"/>
              <a:gd name="connsiteY2" fmla="*/ 349269 h 967738"/>
              <a:gd name="connsiteX3" fmla="*/ 1888786 w 1888786"/>
              <a:gd name="connsiteY3" fmla="*/ 967738 h 967738"/>
              <a:gd name="connsiteX4" fmla="*/ 0 w 1888786"/>
              <a:gd name="connsiteY4" fmla="*/ 914398 h 967738"/>
              <a:gd name="connsiteX5" fmla="*/ 14754 w 1888786"/>
              <a:gd name="connsiteY5" fmla="*/ 349269 h 967738"/>
              <a:gd name="connsiteX0" fmla="*/ 14754 w 1888786"/>
              <a:gd name="connsiteY0" fmla="*/ 349269 h 1028698"/>
              <a:gd name="connsiteX1" fmla="*/ 494813 w 1888786"/>
              <a:gd name="connsiteY1" fmla="*/ 0 h 1028698"/>
              <a:gd name="connsiteX2" fmla="*/ 974872 w 1888786"/>
              <a:gd name="connsiteY2" fmla="*/ 349269 h 1028698"/>
              <a:gd name="connsiteX3" fmla="*/ 1888786 w 1888786"/>
              <a:gd name="connsiteY3" fmla="*/ 967738 h 1028698"/>
              <a:gd name="connsiteX4" fmla="*/ 0 w 1888786"/>
              <a:gd name="connsiteY4" fmla="*/ 1028698 h 1028698"/>
              <a:gd name="connsiteX5" fmla="*/ 14754 w 1888786"/>
              <a:gd name="connsiteY5" fmla="*/ 349269 h 1028698"/>
              <a:gd name="connsiteX0" fmla="*/ 14754 w 1858306"/>
              <a:gd name="connsiteY0" fmla="*/ 349269 h 1059178"/>
              <a:gd name="connsiteX1" fmla="*/ 494813 w 1858306"/>
              <a:gd name="connsiteY1" fmla="*/ 0 h 1059178"/>
              <a:gd name="connsiteX2" fmla="*/ 974872 w 1858306"/>
              <a:gd name="connsiteY2" fmla="*/ 349269 h 1059178"/>
              <a:gd name="connsiteX3" fmla="*/ 1858306 w 1858306"/>
              <a:gd name="connsiteY3" fmla="*/ 1059178 h 1059178"/>
              <a:gd name="connsiteX4" fmla="*/ 0 w 1858306"/>
              <a:gd name="connsiteY4" fmla="*/ 1028698 h 1059178"/>
              <a:gd name="connsiteX5" fmla="*/ 14754 w 1858306"/>
              <a:gd name="connsiteY5" fmla="*/ 349269 h 1059178"/>
              <a:gd name="connsiteX0" fmla="*/ 14754 w 1881166"/>
              <a:gd name="connsiteY0" fmla="*/ 349269 h 1028698"/>
              <a:gd name="connsiteX1" fmla="*/ 494813 w 1881166"/>
              <a:gd name="connsiteY1" fmla="*/ 0 h 1028698"/>
              <a:gd name="connsiteX2" fmla="*/ 974872 w 1881166"/>
              <a:gd name="connsiteY2" fmla="*/ 349269 h 1028698"/>
              <a:gd name="connsiteX3" fmla="*/ 1881166 w 1881166"/>
              <a:gd name="connsiteY3" fmla="*/ 1013458 h 1028698"/>
              <a:gd name="connsiteX4" fmla="*/ 0 w 1881166"/>
              <a:gd name="connsiteY4" fmla="*/ 1028698 h 1028698"/>
              <a:gd name="connsiteX5" fmla="*/ 14754 w 1881166"/>
              <a:gd name="connsiteY5" fmla="*/ 349269 h 1028698"/>
              <a:gd name="connsiteX0" fmla="*/ 14754 w 1881652"/>
              <a:gd name="connsiteY0" fmla="*/ 349269 h 1028698"/>
              <a:gd name="connsiteX1" fmla="*/ 494813 w 1881652"/>
              <a:gd name="connsiteY1" fmla="*/ 0 h 1028698"/>
              <a:gd name="connsiteX2" fmla="*/ 1881652 w 1881652"/>
              <a:gd name="connsiteY2" fmla="*/ 341649 h 1028698"/>
              <a:gd name="connsiteX3" fmla="*/ 1881166 w 1881652"/>
              <a:gd name="connsiteY3" fmla="*/ 1013458 h 1028698"/>
              <a:gd name="connsiteX4" fmla="*/ 0 w 1881652"/>
              <a:gd name="connsiteY4" fmla="*/ 1028698 h 1028698"/>
              <a:gd name="connsiteX5" fmla="*/ 14754 w 1881652"/>
              <a:gd name="connsiteY5" fmla="*/ 349269 h 1028698"/>
              <a:gd name="connsiteX0" fmla="*/ 14754 w 1881652"/>
              <a:gd name="connsiteY0" fmla="*/ 394989 h 1074418"/>
              <a:gd name="connsiteX1" fmla="*/ 929153 w 1881652"/>
              <a:gd name="connsiteY1" fmla="*/ 0 h 1074418"/>
              <a:gd name="connsiteX2" fmla="*/ 1881652 w 1881652"/>
              <a:gd name="connsiteY2" fmla="*/ 387369 h 1074418"/>
              <a:gd name="connsiteX3" fmla="*/ 1881166 w 1881652"/>
              <a:gd name="connsiteY3" fmla="*/ 1059178 h 1074418"/>
              <a:gd name="connsiteX4" fmla="*/ 0 w 1881652"/>
              <a:gd name="connsiteY4" fmla="*/ 1074418 h 1074418"/>
              <a:gd name="connsiteX5" fmla="*/ 14754 w 1881652"/>
              <a:gd name="connsiteY5" fmla="*/ 394989 h 1074418"/>
              <a:gd name="connsiteX0" fmla="*/ 0 w 1866898"/>
              <a:gd name="connsiteY0" fmla="*/ 394989 h 1074418"/>
              <a:gd name="connsiteX1" fmla="*/ 914399 w 1866898"/>
              <a:gd name="connsiteY1" fmla="*/ 0 h 1074418"/>
              <a:gd name="connsiteX2" fmla="*/ 1866898 w 1866898"/>
              <a:gd name="connsiteY2" fmla="*/ 387369 h 1074418"/>
              <a:gd name="connsiteX3" fmla="*/ 1866412 w 1866898"/>
              <a:gd name="connsiteY3" fmla="*/ 105917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  <a:gd name="connsiteX0" fmla="*/ 0 w 1866898"/>
              <a:gd name="connsiteY0" fmla="*/ 394989 h 1074418"/>
              <a:gd name="connsiteX1" fmla="*/ 914399 w 1866898"/>
              <a:gd name="connsiteY1" fmla="*/ 0 h 1074418"/>
              <a:gd name="connsiteX2" fmla="*/ 1866898 w 1866898"/>
              <a:gd name="connsiteY2" fmla="*/ 387369 h 1074418"/>
              <a:gd name="connsiteX3" fmla="*/ 1858792 w 1866898"/>
              <a:gd name="connsiteY3" fmla="*/ 107441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  <a:gd name="connsiteX0" fmla="*/ 0 w 2369332"/>
              <a:gd name="connsiteY0" fmla="*/ 394989 h 2415538"/>
              <a:gd name="connsiteX1" fmla="*/ 914399 w 2369332"/>
              <a:gd name="connsiteY1" fmla="*/ 0 h 2415538"/>
              <a:gd name="connsiteX2" fmla="*/ 1866898 w 2369332"/>
              <a:gd name="connsiteY2" fmla="*/ 387369 h 2415538"/>
              <a:gd name="connsiteX3" fmla="*/ 2369332 w 2369332"/>
              <a:gd name="connsiteY3" fmla="*/ 2415538 h 2415538"/>
              <a:gd name="connsiteX4" fmla="*/ 15726 w 2369332"/>
              <a:gd name="connsiteY4" fmla="*/ 1074418 h 2415538"/>
              <a:gd name="connsiteX5" fmla="*/ 0 w 2369332"/>
              <a:gd name="connsiteY5" fmla="*/ 394989 h 2415538"/>
              <a:gd name="connsiteX0" fmla="*/ 0 w 2392192"/>
              <a:gd name="connsiteY0" fmla="*/ 394989 h 2415538"/>
              <a:gd name="connsiteX1" fmla="*/ 914399 w 2392192"/>
              <a:gd name="connsiteY1" fmla="*/ 0 h 2415538"/>
              <a:gd name="connsiteX2" fmla="*/ 1866898 w 2392192"/>
              <a:gd name="connsiteY2" fmla="*/ 387369 h 2415538"/>
              <a:gd name="connsiteX3" fmla="*/ 2392192 w 2392192"/>
              <a:gd name="connsiteY3" fmla="*/ 2415538 h 2415538"/>
              <a:gd name="connsiteX4" fmla="*/ 15726 w 2392192"/>
              <a:gd name="connsiteY4" fmla="*/ 1074418 h 2415538"/>
              <a:gd name="connsiteX5" fmla="*/ 0 w 2392192"/>
              <a:gd name="connsiteY5" fmla="*/ 394989 h 2415538"/>
              <a:gd name="connsiteX0" fmla="*/ 0 w 3230878"/>
              <a:gd name="connsiteY0" fmla="*/ 394989 h 2415538"/>
              <a:gd name="connsiteX1" fmla="*/ 914399 w 3230878"/>
              <a:gd name="connsiteY1" fmla="*/ 0 h 2415538"/>
              <a:gd name="connsiteX2" fmla="*/ 3230878 w 3230878"/>
              <a:gd name="connsiteY2" fmla="*/ 2056149 h 2415538"/>
              <a:gd name="connsiteX3" fmla="*/ 2392192 w 3230878"/>
              <a:gd name="connsiteY3" fmla="*/ 2415538 h 2415538"/>
              <a:gd name="connsiteX4" fmla="*/ 15726 w 3230878"/>
              <a:gd name="connsiteY4" fmla="*/ 1074418 h 2415538"/>
              <a:gd name="connsiteX5" fmla="*/ 0 w 3230878"/>
              <a:gd name="connsiteY5" fmla="*/ 394989 h 2415538"/>
              <a:gd name="connsiteX0" fmla="*/ 0 w 3253739"/>
              <a:gd name="connsiteY0" fmla="*/ 936009 h 2956558"/>
              <a:gd name="connsiteX1" fmla="*/ 3253739 w 3253739"/>
              <a:gd name="connsiteY1" fmla="*/ 0 h 2956558"/>
              <a:gd name="connsiteX2" fmla="*/ 3230878 w 3253739"/>
              <a:gd name="connsiteY2" fmla="*/ 2597169 h 2956558"/>
              <a:gd name="connsiteX3" fmla="*/ 2392192 w 3253739"/>
              <a:gd name="connsiteY3" fmla="*/ 2956558 h 2956558"/>
              <a:gd name="connsiteX4" fmla="*/ 15726 w 3253739"/>
              <a:gd name="connsiteY4" fmla="*/ 1615438 h 2956558"/>
              <a:gd name="connsiteX5" fmla="*/ 0 w 3253739"/>
              <a:gd name="connsiteY5" fmla="*/ 936009 h 2956558"/>
              <a:gd name="connsiteX0" fmla="*/ 0 w 3261359"/>
              <a:gd name="connsiteY0" fmla="*/ 21609 h 2956558"/>
              <a:gd name="connsiteX1" fmla="*/ 3261359 w 3261359"/>
              <a:gd name="connsiteY1" fmla="*/ 0 h 2956558"/>
              <a:gd name="connsiteX2" fmla="*/ 3238498 w 3261359"/>
              <a:gd name="connsiteY2" fmla="*/ 2597169 h 2956558"/>
              <a:gd name="connsiteX3" fmla="*/ 2399812 w 3261359"/>
              <a:gd name="connsiteY3" fmla="*/ 2956558 h 2956558"/>
              <a:gd name="connsiteX4" fmla="*/ 23346 w 3261359"/>
              <a:gd name="connsiteY4" fmla="*/ 1615438 h 2956558"/>
              <a:gd name="connsiteX5" fmla="*/ 0 w 3261359"/>
              <a:gd name="connsiteY5" fmla="*/ 21609 h 2956558"/>
              <a:gd name="connsiteX0" fmla="*/ 0 w 3299458"/>
              <a:gd name="connsiteY0" fmla="*/ 21609 h 2956558"/>
              <a:gd name="connsiteX1" fmla="*/ 3261359 w 3299458"/>
              <a:gd name="connsiteY1" fmla="*/ 0 h 2956558"/>
              <a:gd name="connsiteX2" fmla="*/ 3299458 w 3299458"/>
              <a:gd name="connsiteY2" fmla="*/ 2597169 h 2956558"/>
              <a:gd name="connsiteX3" fmla="*/ 2399812 w 3299458"/>
              <a:gd name="connsiteY3" fmla="*/ 2956558 h 2956558"/>
              <a:gd name="connsiteX4" fmla="*/ 23346 w 3299458"/>
              <a:gd name="connsiteY4" fmla="*/ 1615438 h 2956558"/>
              <a:gd name="connsiteX5" fmla="*/ 0 w 3299458"/>
              <a:gd name="connsiteY5" fmla="*/ 21609 h 2956558"/>
              <a:gd name="connsiteX0" fmla="*/ 0 w 3299458"/>
              <a:gd name="connsiteY0" fmla="*/ 21609 h 2819398"/>
              <a:gd name="connsiteX1" fmla="*/ 3261359 w 3299458"/>
              <a:gd name="connsiteY1" fmla="*/ 0 h 2819398"/>
              <a:gd name="connsiteX2" fmla="*/ 3299458 w 3299458"/>
              <a:gd name="connsiteY2" fmla="*/ 2597169 h 2819398"/>
              <a:gd name="connsiteX3" fmla="*/ 1447312 w 3299458"/>
              <a:gd name="connsiteY3" fmla="*/ 2819398 h 2819398"/>
              <a:gd name="connsiteX4" fmla="*/ 23346 w 3299458"/>
              <a:gd name="connsiteY4" fmla="*/ 1615438 h 2819398"/>
              <a:gd name="connsiteX5" fmla="*/ 0 w 3299458"/>
              <a:gd name="connsiteY5" fmla="*/ 21609 h 2819398"/>
              <a:gd name="connsiteX0" fmla="*/ 0 w 3261359"/>
              <a:gd name="connsiteY0" fmla="*/ 21609 h 3183909"/>
              <a:gd name="connsiteX1" fmla="*/ 3261359 w 3261359"/>
              <a:gd name="connsiteY1" fmla="*/ 0 h 3183909"/>
              <a:gd name="connsiteX2" fmla="*/ 2339338 w 3261359"/>
              <a:gd name="connsiteY2" fmla="*/ 3183909 h 3183909"/>
              <a:gd name="connsiteX3" fmla="*/ 1447312 w 3261359"/>
              <a:gd name="connsiteY3" fmla="*/ 2819398 h 3183909"/>
              <a:gd name="connsiteX4" fmla="*/ 23346 w 3261359"/>
              <a:gd name="connsiteY4" fmla="*/ 1615438 h 3183909"/>
              <a:gd name="connsiteX5" fmla="*/ 0 w 3261359"/>
              <a:gd name="connsiteY5" fmla="*/ 21609 h 3183909"/>
              <a:gd name="connsiteX0" fmla="*/ 0 w 4678679"/>
              <a:gd name="connsiteY0" fmla="*/ 0 h 3162300"/>
              <a:gd name="connsiteX1" fmla="*/ 4678679 w 4678679"/>
              <a:gd name="connsiteY1" fmla="*/ 1837671 h 3162300"/>
              <a:gd name="connsiteX2" fmla="*/ 2339338 w 4678679"/>
              <a:gd name="connsiteY2" fmla="*/ 3162300 h 3162300"/>
              <a:gd name="connsiteX3" fmla="*/ 1447312 w 4678679"/>
              <a:gd name="connsiteY3" fmla="*/ 2797789 h 3162300"/>
              <a:gd name="connsiteX4" fmla="*/ 23346 w 4678679"/>
              <a:gd name="connsiteY4" fmla="*/ 1593829 h 3162300"/>
              <a:gd name="connsiteX5" fmla="*/ 0 w 4678679"/>
              <a:gd name="connsiteY5" fmla="*/ 0 h 3162300"/>
              <a:gd name="connsiteX0" fmla="*/ 4723914 w 4723914"/>
              <a:gd name="connsiteY0" fmla="*/ 0 h 2956560"/>
              <a:gd name="connsiteX1" fmla="*/ 4655333 w 4723914"/>
              <a:gd name="connsiteY1" fmla="*/ 1631931 h 2956560"/>
              <a:gd name="connsiteX2" fmla="*/ 2315992 w 4723914"/>
              <a:gd name="connsiteY2" fmla="*/ 2956560 h 2956560"/>
              <a:gd name="connsiteX3" fmla="*/ 1423966 w 4723914"/>
              <a:gd name="connsiteY3" fmla="*/ 2592049 h 2956560"/>
              <a:gd name="connsiteX4" fmla="*/ 0 w 4723914"/>
              <a:gd name="connsiteY4" fmla="*/ 1388089 h 2956560"/>
              <a:gd name="connsiteX5" fmla="*/ 4723914 w 4723914"/>
              <a:gd name="connsiteY5" fmla="*/ 0 h 2956560"/>
              <a:gd name="connsiteX0" fmla="*/ 3299948 w 3299948"/>
              <a:gd name="connsiteY0" fmla="*/ 0 h 2956560"/>
              <a:gd name="connsiteX1" fmla="*/ 3231367 w 3299948"/>
              <a:gd name="connsiteY1" fmla="*/ 1631931 h 2956560"/>
              <a:gd name="connsiteX2" fmla="*/ 892026 w 3299948"/>
              <a:gd name="connsiteY2" fmla="*/ 2956560 h 2956560"/>
              <a:gd name="connsiteX3" fmla="*/ 0 w 3299948"/>
              <a:gd name="connsiteY3" fmla="*/ 2592049 h 2956560"/>
              <a:gd name="connsiteX4" fmla="*/ 8594 w 3299948"/>
              <a:gd name="connsiteY4" fmla="*/ 1249 h 2956560"/>
              <a:gd name="connsiteX5" fmla="*/ 3299948 w 3299948"/>
              <a:gd name="connsiteY5" fmla="*/ 0 h 2956560"/>
              <a:gd name="connsiteX0" fmla="*/ 3299948 w 3299948"/>
              <a:gd name="connsiteY0" fmla="*/ 21611 h 2978171"/>
              <a:gd name="connsiteX1" fmla="*/ 3231367 w 3299948"/>
              <a:gd name="connsiteY1" fmla="*/ 1653542 h 2978171"/>
              <a:gd name="connsiteX2" fmla="*/ 892026 w 3299948"/>
              <a:gd name="connsiteY2" fmla="*/ 2978171 h 2978171"/>
              <a:gd name="connsiteX3" fmla="*/ 0 w 3299948"/>
              <a:gd name="connsiteY3" fmla="*/ 2613660 h 2978171"/>
              <a:gd name="connsiteX4" fmla="*/ 8594 w 3299948"/>
              <a:gd name="connsiteY4" fmla="*/ 0 h 2978171"/>
              <a:gd name="connsiteX5" fmla="*/ 3299948 w 3299948"/>
              <a:gd name="connsiteY5" fmla="*/ 21611 h 2978171"/>
              <a:gd name="connsiteX0" fmla="*/ 3261848 w 3261848"/>
              <a:gd name="connsiteY0" fmla="*/ 0 h 3002280"/>
              <a:gd name="connsiteX1" fmla="*/ 3231367 w 3261848"/>
              <a:gd name="connsiteY1" fmla="*/ 1677651 h 3002280"/>
              <a:gd name="connsiteX2" fmla="*/ 892026 w 3261848"/>
              <a:gd name="connsiteY2" fmla="*/ 3002280 h 3002280"/>
              <a:gd name="connsiteX3" fmla="*/ 0 w 3261848"/>
              <a:gd name="connsiteY3" fmla="*/ 2637769 h 3002280"/>
              <a:gd name="connsiteX4" fmla="*/ 8594 w 3261848"/>
              <a:gd name="connsiteY4" fmla="*/ 24109 h 3002280"/>
              <a:gd name="connsiteX5" fmla="*/ 3261848 w 3261848"/>
              <a:gd name="connsiteY5" fmla="*/ 0 h 3002280"/>
              <a:gd name="connsiteX0" fmla="*/ 3261848 w 3277087"/>
              <a:gd name="connsiteY0" fmla="*/ 0 h 3002280"/>
              <a:gd name="connsiteX1" fmla="*/ 3277087 w 3277087"/>
              <a:gd name="connsiteY1" fmla="*/ 1647171 h 3002280"/>
              <a:gd name="connsiteX2" fmla="*/ 892026 w 3277087"/>
              <a:gd name="connsiteY2" fmla="*/ 3002280 h 3002280"/>
              <a:gd name="connsiteX3" fmla="*/ 0 w 3277087"/>
              <a:gd name="connsiteY3" fmla="*/ 2637769 h 3002280"/>
              <a:gd name="connsiteX4" fmla="*/ 8594 w 3277087"/>
              <a:gd name="connsiteY4" fmla="*/ 24109 h 3002280"/>
              <a:gd name="connsiteX5" fmla="*/ 3261848 w 3277087"/>
              <a:gd name="connsiteY5" fmla="*/ 0 h 3002280"/>
              <a:gd name="connsiteX0" fmla="*/ 3294233 w 3309472"/>
              <a:gd name="connsiteY0" fmla="*/ 0 h 3002280"/>
              <a:gd name="connsiteX1" fmla="*/ 3309472 w 3309472"/>
              <a:gd name="connsiteY1" fmla="*/ 1647171 h 3002280"/>
              <a:gd name="connsiteX2" fmla="*/ 924411 w 3309472"/>
              <a:gd name="connsiteY2" fmla="*/ 3002280 h 3002280"/>
              <a:gd name="connsiteX3" fmla="*/ 0 w 3309472"/>
              <a:gd name="connsiteY3" fmla="*/ 2605384 h 3002280"/>
              <a:gd name="connsiteX4" fmla="*/ 40979 w 3309472"/>
              <a:gd name="connsiteY4" fmla="*/ 24109 h 3002280"/>
              <a:gd name="connsiteX5" fmla="*/ 3294233 w 3309472"/>
              <a:gd name="connsiteY5" fmla="*/ 0 h 3002280"/>
              <a:gd name="connsiteX0" fmla="*/ 3294233 w 3309472"/>
              <a:gd name="connsiteY0" fmla="*/ 0 h 3002280"/>
              <a:gd name="connsiteX1" fmla="*/ 3309472 w 3309472"/>
              <a:gd name="connsiteY1" fmla="*/ 1647171 h 3002280"/>
              <a:gd name="connsiteX2" fmla="*/ 924411 w 3309472"/>
              <a:gd name="connsiteY2" fmla="*/ 3002280 h 3002280"/>
              <a:gd name="connsiteX3" fmla="*/ 0 w 3309472"/>
              <a:gd name="connsiteY3" fmla="*/ 2605384 h 3002280"/>
              <a:gd name="connsiteX4" fmla="*/ 20024 w 3309472"/>
              <a:gd name="connsiteY4" fmla="*/ 26014 h 3002280"/>
              <a:gd name="connsiteX5" fmla="*/ 3294233 w 3309472"/>
              <a:gd name="connsiteY5" fmla="*/ 0 h 3002280"/>
              <a:gd name="connsiteX0" fmla="*/ 3294233 w 3309472"/>
              <a:gd name="connsiteY0" fmla="*/ 0 h 3002280"/>
              <a:gd name="connsiteX1" fmla="*/ 3309472 w 3309472"/>
              <a:gd name="connsiteY1" fmla="*/ 1647171 h 3002280"/>
              <a:gd name="connsiteX2" fmla="*/ 924411 w 3309472"/>
              <a:gd name="connsiteY2" fmla="*/ 3002280 h 3002280"/>
              <a:gd name="connsiteX3" fmla="*/ 0 w 3309472"/>
              <a:gd name="connsiteY3" fmla="*/ 2605384 h 3002280"/>
              <a:gd name="connsiteX4" fmla="*/ 10499 w 3309472"/>
              <a:gd name="connsiteY4" fmla="*/ 22204 h 3002280"/>
              <a:gd name="connsiteX5" fmla="*/ 3294233 w 3309472"/>
              <a:gd name="connsiteY5" fmla="*/ 0 h 3002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09472" h="3002280">
                <a:moveTo>
                  <a:pt x="3294233" y="0"/>
                </a:moveTo>
                <a:lnTo>
                  <a:pt x="3309472" y="1647171"/>
                </a:lnTo>
                <a:lnTo>
                  <a:pt x="924411" y="3002280"/>
                </a:lnTo>
                <a:lnTo>
                  <a:pt x="0" y="2605384"/>
                </a:lnTo>
                <a:cubicBezTo>
                  <a:pt x="2865" y="1741784"/>
                  <a:pt x="7634" y="885804"/>
                  <a:pt x="10499" y="22204"/>
                </a:cubicBezTo>
                <a:lnTo>
                  <a:pt x="3294233" y="0"/>
                </a:lnTo>
                <a:close/>
              </a:path>
            </a:pathLst>
          </a:custGeom>
          <a:solidFill>
            <a:srgbClr val="84FCFC">
              <a:alpha val="3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40" name="Pentágono 33">
            <a:extLst>
              <a:ext uri="{FF2B5EF4-FFF2-40B4-BE49-F238E27FC236}">
                <a16:creationId xmlns:a16="http://schemas.microsoft.com/office/drawing/2014/main" id="{44461ADD-B4E0-3936-B859-189ED8715E4E}"/>
              </a:ext>
            </a:extLst>
          </p:cNvPr>
          <p:cNvSpPr/>
          <p:nvPr/>
        </p:nvSpPr>
        <p:spPr>
          <a:xfrm>
            <a:off x="5409677" y="221759"/>
            <a:ext cx="3299458" cy="2973703"/>
          </a:xfrm>
          <a:custGeom>
            <a:avLst/>
            <a:gdLst>
              <a:gd name="connsiteX0" fmla="*/ 1 w 960120"/>
              <a:gd name="connsiteY0" fmla="*/ 349269 h 914400"/>
              <a:gd name="connsiteX1" fmla="*/ 480060 w 960120"/>
              <a:gd name="connsiteY1" fmla="*/ 0 h 914400"/>
              <a:gd name="connsiteX2" fmla="*/ 960119 w 960120"/>
              <a:gd name="connsiteY2" fmla="*/ 349269 h 914400"/>
              <a:gd name="connsiteX3" fmla="*/ 776753 w 960120"/>
              <a:gd name="connsiteY3" fmla="*/ 914398 h 914400"/>
              <a:gd name="connsiteX4" fmla="*/ 183367 w 960120"/>
              <a:gd name="connsiteY4" fmla="*/ 914398 h 914400"/>
              <a:gd name="connsiteX5" fmla="*/ 1 w 960120"/>
              <a:gd name="connsiteY5" fmla="*/ 349269 h 914400"/>
              <a:gd name="connsiteX0" fmla="*/ 14754 w 974872"/>
              <a:gd name="connsiteY0" fmla="*/ 349269 h 914398"/>
              <a:gd name="connsiteX1" fmla="*/ 494813 w 974872"/>
              <a:gd name="connsiteY1" fmla="*/ 0 h 914398"/>
              <a:gd name="connsiteX2" fmla="*/ 974872 w 974872"/>
              <a:gd name="connsiteY2" fmla="*/ 349269 h 914398"/>
              <a:gd name="connsiteX3" fmla="*/ 791506 w 974872"/>
              <a:gd name="connsiteY3" fmla="*/ 914398 h 914398"/>
              <a:gd name="connsiteX4" fmla="*/ 0 w 974872"/>
              <a:gd name="connsiteY4" fmla="*/ 914398 h 914398"/>
              <a:gd name="connsiteX5" fmla="*/ 14754 w 974872"/>
              <a:gd name="connsiteY5" fmla="*/ 349269 h 914398"/>
              <a:gd name="connsiteX0" fmla="*/ 14754 w 1888786"/>
              <a:gd name="connsiteY0" fmla="*/ 349269 h 967738"/>
              <a:gd name="connsiteX1" fmla="*/ 494813 w 1888786"/>
              <a:gd name="connsiteY1" fmla="*/ 0 h 967738"/>
              <a:gd name="connsiteX2" fmla="*/ 974872 w 1888786"/>
              <a:gd name="connsiteY2" fmla="*/ 349269 h 967738"/>
              <a:gd name="connsiteX3" fmla="*/ 1888786 w 1888786"/>
              <a:gd name="connsiteY3" fmla="*/ 967738 h 967738"/>
              <a:gd name="connsiteX4" fmla="*/ 0 w 1888786"/>
              <a:gd name="connsiteY4" fmla="*/ 914398 h 967738"/>
              <a:gd name="connsiteX5" fmla="*/ 14754 w 1888786"/>
              <a:gd name="connsiteY5" fmla="*/ 349269 h 967738"/>
              <a:gd name="connsiteX0" fmla="*/ 14754 w 1888786"/>
              <a:gd name="connsiteY0" fmla="*/ 349269 h 1028698"/>
              <a:gd name="connsiteX1" fmla="*/ 494813 w 1888786"/>
              <a:gd name="connsiteY1" fmla="*/ 0 h 1028698"/>
              <a:gd name="connsiteX2" fmla="*/ 974872 w 1888786"/>
              <a:gd name="connsiteY2" fmla="*/ 349269 h 1028698"/>
              <a:gd name="connsiteX3" fmla="*/ 1888786 w 1888786"/>
              <a:gd name="connsiteY3" fmla="*/ 967738 h 1028698"/>
              <a:gd name="connsiteX4" fmla="*/ 0 w 1888786"/>
              <a:gd name="connsiteY4" fmla="*/ 1028698 h 1028698"/>
              <a:gd name="connsiteX5" fmla="*/ 14754 w 1888786"/>
              <a:gd name="connsiteY5" fmla="*/ 349269 h 1028698"/>
              <a:gd name="connsiteX0" fmla="*/ 14754 w 1858306"/>
              <a:gd name="connsiteY0" fmla="*/ 349269 h 1059178"/>
              <a:gd name="connsiteX1" fmla="*/ 494813 w 1858306"/>
              <a:gd name="connsiteY1" fmla="*/ 0 h 1059178"/>
              <a:gd name="connsiteX2" fmla="*/ 974872 w 1858306"/>
              <a:gd name="connsiteY2" fmla="*/ 349269 h 1059178"/>
              <a:gd name="connsiteX3" fmla="*/ 1858306 w 1858306"/>
              <a:gd name="connsiteY3" fmla="*/ 1059178 h 1059178"/>
              <a:gd name="connsiteX4" fmla="*/ 0 w 1858306"/>
              <a:gd name="connsiteY4" fmla="*/ 1028698 h 1059178"/>
              <a:gd name="connsiteX5" fmla="*/ 14754 w 1858306"/>
              <a:gd name="connsiteY5" fmla="*/ 349269 h 1059178"/>
              <a:gd name="connsiteX0" fmla="*/ 14754 w 1881166"/>
              <a:gd name="connsiteY0" fmla="*/ 349269 h 1028698"/>
              <a:gd name="connsiteX1" fmla="*/ 494813 w 1881166"/>
              <a:gd name="connsiteY1" fmla="*/ 0 h 1028698"/>
              <a:gd name="connsiteX2" fmla="*/ 974872 w 1881166"/>
              <a:gd name="connsiteY2" fmla="*/ 349269 h 1028698"/>
              <a:gd name="connsiteX3" fmla="*/ 1881166 w 1881166"/>
              <a:gd name="connsiteY3" fmla="*/ 1013458 h 1028698"/>
              <a:gd name="connsiteX4" fmla="*/ 0 w 1881166"/>
              <a:gd name="connsiteY4" fmla="*/ 1028698 h 1028698"/>
              <a:gd name="connsiteX5" fmla="*/ 14754 w 1881166"/>
              <a:gd name="connsiteY5" fmla="*/ 349269 h 1028698"/>
              <a:gd name="connsiteX0" fmla="*/ 14754 w 1881652"/>
              <a:gd name="connsiteY0" fmla="*/ 349269 h 1028698"/>
              <a:gd name="connsiteX1" fmla="*/ 494813 w 1881652"/>
              <a:gd name="connsiteY1" fmla="*/ 0 h 1028698"/>
              <a:gd name="connsiteX2" fmla="*/ 1881652 w 1881652"/>
              <a:gd name="connsiteY2" fmla="*/ 341649 h 1028698"/>
              <a:gd name="connsiteX3" fmla="*/ 1881166 w 1881652"/>
              <a:gd name="connsiteY3" fmla="*/ 1013458 h 1028698"/>
              <a:gd name="connsiteX4" fmla="*/ 0 w 1881652"/>
              <a:gd name="connsiteY4" fmla="*/ 1028698 h 1028698"/>
              <a:gd name="connsiteX5" fmla="*/ 14754 w 1881652"/>
              <a:gd name="connsiteY5" fmla="*/ 349269 h 1028698"/>
              <a:gd name="connsiteX0" fmla="*/ 14754 w 1881652"/>
              <a:gd name="connsiteY0" fmla="*/ 394989 h 1074418"/>
              <a:gd name="connsiteX1" fmla="*/ 929153 w 1881652"/>
              <a:gd name="connsiteY1" fmla="*/ 0 h 1074418"/>
              <a:gd name="connsiteX2" fmla="*/ 1881652 w 1881652"/>
              <a:gd name="connsiteY2" fmla="*/ 387369 h 1074418"/>
              <a:gd name="connsiteX3" fmla="*/ 1881166 w 1881652"/>
              <a:gd name="connsiteY3" fmla="*/ 1059178 h 1074418"/>
              <a:gd name="connsiteX4" fmla="*/ 0 w 1881652"/>
              <a:gd name="connsiteY4" fmla="*/ 1074418 h 1074418"/>
              <a:gd name="connsiteX5" fmla="*/ 14754 w 1881652"/>
              <a:gd name="connsiteY5" fmla="*/ 394989 h 1074418"/>
              <a:gd name="connsiteX0" fmla="*/ 0 w 1866898"/>
              <a:gd name="connsiteY0" fmla="*/ 394989 h 1074418"/>
              <a:gd name="connsiteX1" fmla="*/ 914399 w 1866898"/>
              <a:gd name="connsiteY1" fmla="*/ 0 h 1074418"/>
              <a:gd name="connsiteX2" fmla="*/ 1866898 w 1866898"/>
              <a:gd name="connsiteY2" fmla="*/ 387369 h 1074418"/>
              <a:gd name="connsiteX3" fmla="*/ 1866412 w 1866898"/>
              <a:gd name="connsiteY3" fmla="*/ 105917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  <a:gd name="connsiteX0" fmla="*/ 0 w 1866898"/>
              <a:gd name="connsiteY0" fmla="*/ 394989 h 1074418"/>
              <a:gd name="connsiteX1" fmla="*/ 914399 w 1866898"/>
              <a:gd name="connsiteY1" fmla="*/ 0 h 1074418"/>
              <a:gd name="connsiteX2" fmla="*/ 1866898 w 1866898"/>
              <a:gd name="connsiteY2" fmla="*/ 387369 h 1074418"/>
              <a:gd name="connsiteX3" fmla="*/ 1858792 w 1866898"/>
              <a:gd name="connsiteY3" fmla="*/ 1074418 h 1074418"/>
              <a:gd name="connsiteX4" fmla="*/ 15726 w 1866898"/>
              <a:gd name="connsiteY4" fmla="*/ 1074418 h 1074418"/>
              <a:gd name="connsiteX5" fmla="*/ 0 w 1866898"/>
              <a:gd name="connsiteY5" fmla="*/ 394989 h 1074418"/>
              <a:gd name="connsiteX0" fmla="*/ 0 w 2369332"/>
              <a:gd name="connsiteY0" fmla="*/ 394989 h 2415538"/>
              <a:gd name="connsiteX1" fmla="*/ 914399 w 2369332"/>
              <a:gd name="connsiteY1" fmla="*/ 0 h 2415538"/>
              <a:gd name="connsiteX2" fmla="*/ 1866898 w 2369332"/>
              <a:gd name="connsiteY2" fmla="*/ 387369 h 2415538"/>
              <a:gd name="connsiteX3" fmla="*/ 2369332 w 2369332"/>
              <a:gd name="connsiteY3" fmla="*/ 2415538 h 2415538"/>
              <a:gd name="connsiteX4" fmla="*/ 15726 w 2369332"/>
              <a:gd name="connsiteY4" fmla="*/ 1074418 h 2415538"/>
              <a:gd name="connsiteX5" fmla="*/ 0 w 2369332"/>
              <a:gd name="connsiteY5" fmla="*/ 394989 h 2415538"/>
              <a:gd name="connsiteX0" fmla="*/ 0 w 2392192"/>
              <a:gd name="connsiteY0" fmla="*/ 394989 h 2415538"/>
              <a:gd name="connsiteX1" fmla="*/ 914399 w 2392192"/>
              <a:gd name="connsiteY1" fmla="*/ 0 h 2415538"/>
              <a:gd name="connsiteX2" fmla="*/ 1866898 w 2392192"/>
              <a:gd name="connsiteY2" fmla="*/ 387369 h 2415538"/>
              <a:gd name="connsiteX3" fmla="*/ 2392192 w 2392192"/>
              <a:gd name="connsiteY3" fmla="*/ 2415538 h 2415538"/>
              <a:gd name="connsiteX4" fmla="*/ 15726 w 2392192"/>
              <a:gd name="connsiteY4" fmla="*/ 1074418 h 2415538"/>
              <a:gd name="connsiteX5" fmla="*/ 0 w 2392192"/>
              <a:gd name="connsiteY5" fmla="*/ 394989 h 2415538"/>
              <a:gd name="connsiteX0" fmla="*/ 0 w 3230878"/>
              <a:gd name="connsiteY0" fmla="*/ 394989 h 2415538"/>
              <a:gd name="connsiteX1" fmla="*/ 914399 w 3230878"/>
              <a:gd name="connsiteY1" fmla="*/ 0 h 2415538"/>
              <a:gd name="connsiteX2" fmla="*/ 3230878 w 3230878"/>
              <a:gd name="connsiteY2" fmla="*/ 2056149 h 2415538"/>
              <a:gd name="connsiteX3" fmla="*/ 2392192 w 3230878"/>
              <a:gd name="connsiteY3" fmla="*/ 2415538 h 2415538"/>
              <a:gd name="connsiteX4" fmla="*/ 15726 w 3230878"/>
              <a:gd name="connsiteY4" fmla="*/ 1074418 h 2415538"/>
              <a:gd name="connsiteX5" fmla="*/ 0 w 3230878"/>
              <a:gd name="connsiteY5" fmla="*/ 394989 h 2415538"/>
              <a:gd name="connsiteX0" fmla="*/ 0 w 3253739"/>
              <a:gd name="connsiteY0" fmla="*/ 936009 h 2956558"/>
              <a:gd name="connsiteX1" fmla="*/ 3253739 w 3253739"/>
              <a:gd name="connsiteY1" fmla="*/ 0 h 2956558"/>
              <a:gd name="connsiteX2" fmla="*/ 3230878 w 3253739"/>
              <a:gd name="connsiteY2" fmla="*/ 2597169 h 2956558"/>
              <a:gd name="connsiteX3" fmla="*/ 2392192 w 3253739"/>
              <a:gd name="connsiteY3" fmla="*/ 2956558 h 2956558"/>
              <a:gd name="connsiteX4" fmla="*/ 15726 w 3253739"/>
              <a:gd name="connsiteY4" fmla="*/ 1615438 h 2956558"/>
              <a:gd name="connsiteX5" fmla="*/ 0 w 3253739"/>
              <a:gd name="connsiteY5" fmla="*/ 936009 h 2956558"/>
              <a:gd name="connsiteX0" fmla="*/ 0 w 3261359"/>
              <a:gd name="connsiteY0" fmla="*/ 21609 h 2956558"/>
              <a:gd name="connsiteX1" fmla="*/ 3261359 w 3261359"/>
              <a:gd name="connsiteY1" fmla="*/ 0 h 2956558"/>
              <a:gd name="connsiteX2" fmla="*/ 3238498 w 3261359"/>
              <a:gd name="connsiteY2" fmla="*/ 2597169 h 2956558"/>
              <a:gd name="connsiteX3" fmla="*/ 2399812 w 3261359"/>
              <a:gd name="connsiteY3" fmla="*/ 2956558 h 2956558"/>
              <a:gd name="connsiteX4" fmla="*/ 23346 w 3261359"/>
              <a:gd name="connsiteY4" fmla="*/ 1615438 h 2956558"/>
              <a:gd name="connsiteX5" fmla="*/ 0 w 3261359"/>
              <a:gd name="connsiteY5" fmla="*/ 21609 h 2956558"/>
              <a:gd name="connsiteX0" fmla="*/ 0 w 3299458"/>
              <a:gd name="connsiteY0" fmla="*/ 21609 h 2956558"/>
              <a:gd name="connsiteX1" fmla="*/ 3261359 w 3299458"/>
              <a:gd name="connsiteY1" fmla="*/ 0 h 2956558"/>
              <a:gd name="connsiteX2" fmla="*/ 3299458 w 3299458"/>
              <a:gd name="connsiteY2" fmla="*/ 2597169 h 2956558"/>
              <a:gd name="connsiteX3" fmla="*/ 2399812 w 3299458"/>
              <a:gd name="connsiteY3" fmla="*/ 2956558 h 2956558"/>
              <a:gd name="connsiteX4" fmla="*/ 23346 w 3299458"/>
              <a:gd name="connsiteY4" fmla="*/ 1615438 h 2956558"/>
              <a:gd name="connsiteX5" fmla="*/ 0 w 3299458"/>
              <a:gd name="connsiteY5" fmla="*/ 21609 h 2956558"/>
              <a:gd name="connsiteX0" fmla="*/ 0 w 3299458"/>
              <a:gd name="connsiteY0" fmla="*/ 38754 h 2973703"/>
              <a:gd name="connsiteX1" fmla="*/ 3280409 w 3299458"/>
              <a:gd name="connsiteY1" fmla="*/ 0 h 2973703"/>
              <a:gd name="connsiteX2" fmla="*/ 3299458 w 3299458"/>
              <a:gd name="connsiteY2" fmla="*/ 2614314 h 2973703"/>
              <a:gd name="connsiteX3" fmla="*/ 2399812 w 3299458"/>
              <a:gd name="connsiteY3" fmla="*/ 2973703 h 2973703"/>
              <a:gd name="connsiteX4" fmla="*/ 23346 w 3299458"/>
              <a:gd name="connsiteY4" fmla="*/ 1632583 h 2973703"/>
              <a:gd name="connsiteX5" fmla="*/ 0 w 3299458"/>
              <a:gd name="connsiteY5" fmla="*/ 38754 h 2973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99458" h="2973703">
                <a:moveTo>
                  <a:pt x="0" y="38754"/>
                </a:moveTo>
                <a:lnTo>
                  <a:pt x="3280409" y="0"/>
                </a:lnTo>
                <a:lnTo>
                  <a:pt x="3299458" y="2614314"/>
                </a:lnTo>
                <a:lnTo>
                  <a:pt x="2399812" y="2973703"/>
                </a:lnTo>
                <a:lnTo>
                  <a:pt x="23346" y="1632583"/>
                </a:lnTo>
                <a:lnTo>
                  <a:pt x="0" y="38754"/>
                </a:lnTo>
                <a:close/>
              </a:path>
            </a:pathLst>
          </a:custGeom>
          <a:solidFill>
            <a:srgbClr val="84FCFC">
              <a:alpha val="30000"/>
            </a:srgbClr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9" name="Paralelogramo 6">
            <a:extLst>
              <a:ext uri="{FF2B5EF4-FFF2-40B4-BE49-F238E27FC236}">
                <a16:creationId xmlns:a16="http://schemas.microsoft.com/office/drawing/2014/main" id="{84D5B788-3868-E45A-B14D-F10A65918BDC}"/>
              </a:ext>
            </a:extLst>
          </p:cNvPr>
          <p:cNvSpPr/>
          <p:nvPr/>
        </p:nvSpPr>
        <p:spPr>
          <a:xfrm>
            <a:off x="5416203" y="1903792"/>
            <a:ext cx="2384509" cy="3266987"/>
          </a:xfrm>
          <a:custGeom>
            <a:avLst/>
            <a:gdLst>
              <a:gd name="connsiteX0" fmla="*/ 0 w 1468315"/>
              <a:gd name="connsiteY0" fmla="*/ 1468315 h 1468315"/>
              <a:gd name="connsiteX1" fmla="*/ 367079 w 1468315"/>
              <a:gd name="connsiteY1" fmla="*/ 0 h 1468315"/>
              <a:gd name="connsiteX2" fmla="*/ 1468315 w 1468315"/>
              <a:gd name="connsiteY2" fmla="*/ 0 h 1468315"/>
              <a:gd name="connsiteX3" fmla="*/ 1101236 w 1468315"/>
              <a:gd name="connsiteY3" fmla="*/ 1468315 h 1468315"/>
              <a:gd name="connsiteX4" fmla="*/ 0 w 1468315"/>
              <a:gd name="connsiteY4" fmla="*/ 1468315 h 1468315"/>
              <a:gd name="connsiteX0" fmla="*/ 0 w 1160584"/>
              <a:gd name="connsiteY0" fmla="*/ 2787161 h 2787161"/>
              <a:gd name="connsiteX1" fmla="*/ 59348 w 1160584"/>
              <a:gd name="connsiteY1" fmla="*/ 0 h 2787161"/>
              <a:gd name="connsiteX2" fmla="*/ 1160584 w 1160584"/>
              <a:gd name="connsiteY2" fmla="*/ 0 h 2787161"/>
              <a:gd name="connsiteX3" fmla="*/ 793505 w 1160584"/>
              <a:gd name="connsiteY3" fmla="*/ 1468315 h 2787161"/>
              <a:gd name="connsiteX4" fmla="*/ 0 w 1160584"/>
              <a:gd name="connsiteY4" fmla="*/ 2787161 h 2787161"/>
              <a:gd name="connsiteX0" fmla="*/ 0 w 1160584"/>
              <a:gd name="connsiteY0" fmla="*/ 2787161 h 2787161"/>
              <a:gd name="connsiteX1" fmla="*/ 59348 w 1160584"/>
              <a:gd name="connsiteY1" fmla="*/ 0 h 2787161"/>
              <a:gd name="connsiteX2" fmla="*/ 1160584 w 1160584"/>
              <a:gd name="connsiteY2" fmla="*/ 0 h 2787161"/>
              <a:gd name="connsiteX3" fmla="*/ 1083651 w 1160584"/>
              <a:gd name="connsiteY3" fmla="*/ 1529861 h 2787161"/>
              <a:gd name="connsiteX4" fmla="*/ 0 w 1160584"/>
              <a:gd name="connsiteY4" fmla="*/ 2787161 h 2787161"/>
              <a:gd name="connsiteX0" fmla="*/ 0 w 1160584"/>
              <a:gd name="connsiteY0" fmla="*/ 4079630 h 4079630"/>
              <a:gd name="connsiteX1" fmla="*/ 24179 w 1160584"/>
              <a:gd name="connsiteY1" fmla="*/ 0 h 4079630"/>
              <a:gd name="connsiteX2" fmla="*/ 1160584 w 1160584"/>
              <a:gd name="connsiteY2" fmla="*/ 1292469 h 4079630"/>
              <a:gd name="connsiteX3" fmla="*/ 1083651 w 1160584"/>
              <a:gd name="connsiteY3" fmla="*/ 2822330 h 4079630"/>
              <a:gd name="connsiteX4" fmla="*/ 0 w 1160584"/>
              <a:gd name="connsiteY4" fmla="*/ 4079630 h 4079630"/>
              <a:gd name="connsiteX0" fmla="*/ 2198 w 1162782"/>
              <a:gd name="connsiteY0" fmla="*/ 4088423 h 4088423"/>
              <a:gd name="connsiteX1" fmla="*/ 0 w 1162782"/>
              <a:gd name="connsiteY1" fmla="*/ 0 h 4088423"/>
              <a:gd name="connsiteX2" fmla="*/ 1162782 w 1162782"/>
              <a:gd name="connsiteY2" fmla="*/ 1301262 h 4088423"/>
              <a:gd name="connsiteX3" fmla="*/ 1085849 w 1162782"/>
              <a:gd name="connsiteY3" fmla="*/ 2831123 h 4088423"/>
              <a:gd name="connsiteX4" fmla="*/ 2198 w 1162782"/>
              <a:gd name="connsiteY4" fmla="*/ 4088423 h 4088423"/>
              <a:gd name="connsiteX0" fmla="*/ 2198 w 1171574"/>
              <a:gd name="connsiteY0" fmla="*/ 4677507 h 4677507"/>
              <a:gd name="connsiteX1" fmla="*/ 0 w 1171574"/>
              <a:gd name="connsiteY1" fmla="*/ 589084 h 4677507"/>
              <a:gd name="connsiteX2" fmla="*/ 1171574 w 1171574"/>
              <a:gd name="connsiteY2" fmla="*/ 0 h 4677507"/>
              <a:gd name="connsiteX3" fmla="*/ 1085849 w 1171574"/>
              <a:gd name="connsiteY3" fmla="*/ 3420207 h 4677507"/>
              <a:gd name="connsiteX4" fmla="*/ 2198 w 1171574"/>
              <a:gd name="connsiteY4" fmla="*/ 4677507 h 4677507"/>
              <a:gd name="connsiteX0" fmla="*/ 2198 w 1171574"/>
              <a:gd name="connsiteY0" fmla="*/ 4677507 h 4677507"/>
              <a:gd name="connsiteX1" fmla="*/ 0 w 1171574"/>
              <a:gd name="connsiteY1" fmla="*/ 589084 h 4677507"/>
              <a:gd name="connsiteX2" fmla="*/ 1171574 w 1171574"/>
              <a:gd name="connsiteY2" fmla="*/ 0 h 4677507"/>
              <a:gd name="connsiteX3" fmla="*/ 1098549 w 1171574"/>
              <a:gd name="connsiteY3" fmla="*/ 3397347 h 4677507"/>
              <a:gd name="connsiteX4" fmla="*/ 2198 w 1171574"/>
              <a:gd name="connsiteY4" fmla="*/ 4677507 h 4677507"/>
              <a:gd name="connsiteX0" fmla="*/ 2198 w 1165478"/>
              <a:gd name="connsiteY0" fmla="*/ 4659219 h 4659219"/>
              <a:gd name="connsiteX1" fmla="*/ 0 w 1165478"/>
              <a:gd name="connsiteY1" fmla="*/ 570796 h 4659219"/>
              <a:gd name="connsiteX2" fmla="*/ 1165478 w 1165478"/>
              <a:gd name="connsiteY2" fmla="*/ 0 h 4659219"/>
              <a:gd name="connsiteX3" fmla="*/ 1098549 w 1165478"/>
              <a:gd name="connsiteY3" fmla="*/ 3379059 h 4659219"/>
              <a:gd name="connsiteX4" fmla="*/ 2198 w 1165478"/>
              <a:gd name="connsiteY4" fmla="*/ 4659219 h 4659219"/>
              <a:gd name="connsiteX0" fmla="*/ 2198 w 1180718"/>
              <a:gd name="connsiteY0" fmla="*/ 4674459 h 4674459"/>
              <a:gd name="connsiteX1" fmla="*/ 0 w 1180718"/>
              <a:gd name="connsiteY1" fmla="*/ 586036 h 4674459"/>
              <a:gd name="connsiteX2" fmla="*/ 1180718 w 1180718"/>
              <a:gd name="connsiteY2" fmla="*/ 0 h 4674459"/>
              <a:gd name="connsiteX3" fmla="*/ 1098549 w 1180718"/>
              <a:gd name="connsiteY3" fmla="*/ 3394299 h 4674459"/>
              <a:gd name="connsiteX4" fmla="*/ 2198 w 1180718"/>
              <a:gd name="connsiteY4" fmla="*/ 4674459 h 4674459"/>
              <a:gd name="connsiteX0" fmla="*/ 1422566 w 2601086"/>
              <a:gd name="connsiteY0" fmla="*/ 7611911 h 7611911"/>
              <a:gd name="connsiteX1" fmla="*/ 0 w 2601086"/>
              <a:gd name="connsiteY1" fmla="*/ 0 h 7611911"/>
              <a:gd name="connsiteX2" fmla="*/ 2601086 w 2601086"/>
              <a:gd name="connsiteY2" fmla="*/ 2937452 h 7611911"/>
              <a:gd name="connsiteX3" fmla="*/ 2518917 w 2601086"/>
              <a:gd name="connsiteY3" fmla="*/ 6331751 h 7611911"/>
              <a:gd name="connsiteX4" fmla="*/ 1422566 w 2601086"/>
              <a:gd name="connsiteY4" fmla="*/ 7611911 h 7611911"/>
              <a:gd name="connsiteX0" fmla="*/ 2 w 2769578"/>
              <a:gd name="connsiteY0" fmla="*/ 5533175 h 6331751"/>
              <a:gd name="connsiteX1" fmla="*/ 168492 w 2769578"/>
              <a:gd name="connsiteY1" fmla="*/ 0 h 6331751"/>
              <a:gd name="connsiteX2" fmla="*/ 2769578 w 2769578"/>
              <a:gd name="connsiteY2" fmla="*/ 2937452 h 6331751"/>
              <a:gd name="connsiteX3" fmla="*/ 2687409 w 2769578"/>
              <a:gd name="connsiteY3" fmla="*/ 6331751 h 6331751"/>
              <a:gd name="connsiteX4" fmla="*/ 2 w 2769578"/>
              <a:gd name="connsiteY4" fmla="*/ 5533175 h 6331751"/>
              <a:gd name="connsiteX0" fmla="*/ 50966 w 2601086"/>
              <a:gd name="connsiteY0" fmla="*/ 5527079 h 6331751"/>
              <a:gd name="connsiteX1" fmla="*/ 0 w 2601086"/>
              <a:gd name="connsiteY1" fmla="*/ 0 h 6331751"/>
              <a:gd name="connsiteX2" fmla="*/ 2601086 w 2601086"/>
              <a:gd name="connsiteY2" fmla="*/ 2937452 h 6331751"/>
              <a:gd name="connsiteX3" fmla="*/ 2518917 w 2601086"/>
              <a:gd name="connsiteY3" fmla="*/ 6331751 h 6331751"/>
              <a:gd name="connsiteX4" fmla="*/ 50966 w 2601086"/>
              <a:gd name="connsiteY4" fmla="*/ 5527079 h 6331751"/>
              <a:gd name="connsiteX0" fmla="*/ 2198 w 2601086"/>
              <a:gd name="connsiteY0" fmla="*/ 5545367 h 6331751"/>
              <a:gd name="connsiteX1" fmla="*/ 0 w 2601086"/>
              <a:gd name="connsiteY1" fmla="*/ 0 h 6331751"/>
              <a:gd name="connsiteX2" fmla="*/ 2601086 w 2601086"/>
              <a:gd name="connsiteY2" fmla="*/ 2937452 h 6331751"/>
              <a:gd name="connsiteX3" fmla="*/ 2518917 w 2601086"/>
              <a:gd name="connsiteY3" fmla="*/ 6331751 h 6331751"/>
              <a:gd name="connsiteX4" fmla="*/ 2198 w 2601086"/>
              <a:gd name="connsiteY4" fmla="*/ 5545367 h 6331751"/>
              <a:gd name="connsiteX0" fmla="*/ 2198 w 2601086"/>
              <a:gd name="connsiteY0" fmla="*/ 5545367 h 5545367"/>
              <a:gd name="connsiteX1" fmla="*/ 0 w 2601086"/>
              <a:gd name="connsiteY1" fmla="*/ 0 h 5545367"/>
              <a:gd name="connsiteX2" fmla="*/ 2601086 w 2601086"/>
              <a:gd name="connsiteY2" fmla="*/ 2937452 h 5545367"/>
              <a:gd name="connsiteX3" fmla="*/ 2561589 w 2601086"/>
              <a:gd name="connsiteY3" fmla="*/ 3600743 h 5545367"/>
              <a:gd name="connsiteX4" fmla="*/ 2198 w 2601086"/>
              <a:gd name="connsiteY4" fmla="*/ 5545367 h 5545367"/>
              <a:gd name="connsiteX0" fmla="*/ 2198 w 2601086"/>
              <a:gd name="connsiteY0" fmla="*/ 5545367 h 5545367"/>
              <a:gd name="connsiteX1" fmla="*/ 0 w 2601086"/>
              <a:gd name="connsiteY1" fmla="*/ 0 h 5545367"/>
              <a:gd name="connsiteX2" fmla="*/ 2601086 w 2601086"/>
              <a:gd name="connsiteY2" fmla="*/ 2937452 h 5545367"/>
              <a:gd name="connsiteX3" fmla="*/ 2595879 w 2601086"/>
              <a:gd name="connsiteY3" fmla="*/ 3615983 h 5545367"/>
              <a:gd name="connsiteX4" fmla="*/ 2198 w 2601086"/>
              <a:gd name="connsiteY4" fmla="*/ 5545367 h 5545367"/>
              <a:gd name="connsiteX0" fmla="*/ 2198 w 2631566"/>
              <a:gd name="connsiteY0" fmla="*/ 5545367 h 5545367"/>
              <a:gd name="connsiteX1" fmla="*/ 0 w 2631566"/>
              <a:gd name="connsiteY1" fmla="*/ 0 h 5545367"/>
              <a:gd name="connsiteX2" fmla="*/ 2631566 w 2631566"/>
              <a:gd name="connsiteY2" fmla="*/ 2971742 h 5545367"/>
              <a:gd name="connsiteX3" fmla="*/ 2595879 w 2631566"/>
              <a:gd name="connsiteY3" fmla="*/ 3615983 h 5545367"/>
              <a:gd name="connsiteX4" fmla="*/ 2198 w 2631566"/>
              <a:gd name="connsiteY4" fmla="*/ 5545367 h 5545367"/>
              <a:gd name="connsiteX0" fmla="*/ 2198 w 2635376"/>
              <a:gd name="connsiteY0" fmla="*/ 5545367 h 5545367"/>
              <a:gd name="connsiteX1" fmla="*/ 0 w 2635376"/>
              <a:gd name="connsiteY1" fmla="*/ 0 h 5545367"/>
              <a:gd name="connsiteX2" fmla="*/ 2635376 w 2635376"/>
              <a:gd name="connsiteY2" fmla="*/ 2971742 h 5545367"/>
              <a:gd name="connsiteX3" fmla="*/ 2595879 w 2635376"/>
              <a:gd name="connsiteY3" fmla="*/ 3615983 h 5545367"/>
              <a:gd name="connsiteX4" fmla="*/ 2198 w 2635376"/>
              <a:gd name="connsiteY4" fmla="*/ 5545367 h 5545367"/>
              <a:gd name="connsiteX0" fmla="*/ 2198 w 2635376"/>
              <a:gd name="connsiteY0" fmla="*/ 5545367 h 5545367"/>
              <a:gd name="connsiteX1" fmla="*/ 0 w 2635376"/>
              <a:gd name="connsiteY1" fmla="*/ 0 h 5545367"/>
              <a:gd name="connsiteX2" fmla="*/ 2635376 w 2635376"/>
              <a:gd name="connsiteY2" fmla="*/ 2971742 h 5545367"/>
              <a:gd name="connsiteX3" fmla="*/ 2630169 w 2635376"/>
              <a:gd name="connsiteY3" fmla="*/ 3593123 h 5545367"/>
              <a:gd name="connsiteX4" fmla="*/ 2198 w 2635376"/>
              <a:gd name="connsiteY4" fmla="*/ 5545367 h 5545367"/>
              <a:gd name="connsiteX0" fmla="*/ 2198 w 2635376"/>
              <a:gd name="connsiteY0" fmla="*/ 5545367 h 5545367"/>
              <a:gd name="connsiteX1" fmla="*/ 0 w 2635376"/>
              <a:gd name="connsiteY1" fmla="*/ 0 h 5545367"/>
              <a:gd name="connsiteX2" fmla="*/ 2635376 w 2635376"/>
              <a:gd name="connsiteY2" fmla="*/ 2971742 h 5545367"/>
              <a:gd name="connsiteX3" fmla="*/ 2348229 w 2635376"/>
              <a:gd name="connsiteY3" fmla="*/ 3570263 h 5545367"/>
              <a:gd name="connsiteX4" fmla="*/ 2198 w 2635376"/>
              <a:gd name="connsiteY4" fmla="*/ 5545367 h 5545367"/>
              <a:gd name="connsiteX0" fmla="*/ 2198 w 2383916"/>
              <a:gd name="connsiteY0" fmla="*/ 5545367 h 5545367"/>
              <a:gd name="connsiteX1" fmla="*/ 0 w 2383916"/>
              <a:gd name="connsiteY1" fmla="*/ 0 h 5545367"/>
              <a:gd name="connsiteX2" fmla="*/ 2383916 w 2383916"/>
              <a:gd name="connsiteY2" fmla="*/ 2979362 h 5545367"/>
              <a:gd name="connsiteX3" fmla="*/ 2348229 w 2383916"/>
              <a:gd name="connsiteY3" fmla="*/ 3570263 h 5545367"/>
              <a:gd name="connsiteX4" fmla="*/ 2198 w 2383916"/>
              <a:gd name="connsiteY4" fmla="*/ 5545367 h 5545367"/>
              <a:gd name="connsiteX0" fmla="*/ 55 w 2381773"/>
              <a:gd name="connsiteY0" fmla="*/ 3876587 h 3876587"/>
              <a:gd name="connsiteX1" fmla="*/ 5477 w 2381773"/>
              <a:gd name="connsiteY1" fmla="*/ 0 h 3876587"/>
              <a:gd name="connsiteX2" fmla="*/ 2381773 w 2381773"/>
              <a:gd name="connsiteY2" fmla="*/ 1310582 h 3876587"/>
              <a:gd name="connsiteX3" fmla="*/ 2346086 w 2381773"/>
              <a:gd name="connsiteY3" fmla="*/ 1901483 h 3876587"/>
              <a:gd name="connsiteX4" fmla="*/ 55 w 2381773"/>
              <a:gd name="connsiteY4" fmla="*/ 3876587 h 3876587"/>
              <a:gd name="connsiteX0" fmla="*/ 55 w 2384510"/>
              <a:gd name="connsiteY0" fmla="*/ 3876587 h 3876587"/>
              <a:gd name="connsiteX1" fmla="*/ 5477 w 2384510"/>
              <a:gd name="connsiteY1" fmla="*/ 0 h 3876587"/>
              <a:gd name="connsiteX2" fmla="*/ 2381773 w 2384510"/>
              <a:gd name="connsiteY2" fmla="*/ 1310582 h 3876587"/>
              <a:gd name="connsiteX3" fmla="*/ 2384186 w 2384510"/>
              <a:gd name="connsiteY3" fmla="*/ 1901483 h 3876587"/>
              <a:gd name="connsiteX4" fmla="*/ 55 w 2384510"/>
              <a:gd name="connsiteY4" fmla="*/ 3876587 h 3876587"/>
              <a:gd name="connsiteX0" fmla="*/ 17438 w 2379033"/>
              <a:gd name="connsiteY0" fmla="*/ 3266987 h 3266987"/>
              <a:gd name="connsiteX1" fmla="*/ 0 w 2379033"/>
              <a:gd name="connsiteY1" fmla="*/ 0 h 3266987"/>
              <a:gd name="connsiteX2" fmla="*/ 2376296 w 2379033"/>
              <a:gd name="connsiteY2" fmla="*/ 1310582 h 3266987"/>
              <a:gd name="connsiteX3" fmla="*/ 2378709 w 2379033"/>
              <a:gd name="connsiteY3" fmla="*/ 1901483 h 3266987"/>
              <a:gd name="connsiteX4" fmla="*/ 17438 w 2379033"/>
              <a:gd name="connsiteY4" fmla="*/ 3266987 h 3266987"/>
              <a:gd name="connsiteX0" fmla="*/ 54 w 2384509"/>
              <a:gd name="connsiteY0" fmla="*/ 3266987 h 3266987"/>
              <a:gd name="connsiteX1" fmla="*/ 5476 w 2384509"/>
              <a:gd name="connsiteY1" fmla="*/ 0 h 3266987"/>
              <a:gd name="connsiteX2" fmla="*/ 2381772 w 2384509"/>
              <a:gd name="connsiteY2" fmla="*/ 1310582 h 3266987"/>
              <a:gd name="connsiteX3" fmla="*/ 2384185 w 2384509"/>
              <a:gd name="connsiteY3" fmla="*/ 1901483 h 3266987"/>
              <a:gd name="connsiteX4" fmla="*/ 54 w 2384509"/>
              <a:gd name="connsiteY4" fmla="*/ 3266987 h 3266987"/>
              <a:gd name="connsiteX0" fmla="*/ 54 w 2384509"/>
              <a:gd name="connsiteY0" fmla="*/ 3266987 h 3266987"/>
              <a:gd name="connsiteX1" fmla="*/ 5476 w 2384509"/>
              <a:gd name="connsiteY1" fmla="*/ 0 h 3266987"/>
              <a:gd name="connsiteX2" fmla="*/ 2381772 w 2384509"/>
              <a:gd name="connsiteY2" fmla="*/ 1310582 h 3266987"/>
              <a:gd name="connsiteX3" fmla="*/ 2384185 w 2384509"/>
              <a:gd name="connsiteY3" fmla="*/ 1992923 h 3266987"/>
              <a:gd name="connsiteX4" fmla="*/ 54 w 2384509"/>
              <a:gd name="connsiteY4" fmla="*/ 3266987 h 3266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84509" h="3266987">
                <a:moveTo>
                  <a:pt x="54" y="3266987"/>
                </a:moveTo>
                <a:cubicBezTo>
                  <a:pt x="-679" y="1904179"/>
                  <a:pt x="6209" y="1362808"/>
                  <a:pt x="5476" y="0"/>
                </a:cubicBezTo>
                <a:lnTo>
                  <a:pt x="2381772" y="1310582"/>
                </a:lnTo>
                <a:cubicBezTo>
                  <a:pt x="2380036" y="1536759"/>
                  <a:pt x="2385921" y="1766746"/>
                  <a:pt x="2384185" y="1992923"/>
                </a:cubicBezTo>
                <a:lnTo>
                  <a:pt x="54" y="3266987"/>
                </a:lnTo>
                <a:close/>
              </a:path>
            </a:pathLst>
          </a:custGeom>
          <a:solidFill>
            <a:srgbClr val="84FCF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36B989F-38CE-A993-28BB-06CC093F380D}"/>
              </a:ext>
            </a:extLst>
          </p:cNvPr>
          <p:cNvCxnSpPr>
            <a:cxnSpLocks/>
          </p:cNvCxnSpPr>
          <p:nvPr/>
        </p:nvCxnSpPr>
        <p:spPr>
          <a:xfrm>
            <a:off x="5677248" y="238905"/>
            <a:ext cx="2461626" cy="2821029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EFBD9EB-1DFD-8700-BBC0-D887D996E1E5}"/>
              </a:ext>
            </a:extLst>
          </p:cNvPr>
          <p:cNvCxnSpPr>
            <a:cxnSpLocks/>
          </p:cNvCxnSpPr>
          <p:nvPr/>
        </p:nvCxnSpPr>
        <p:spPr>
          <a:xfrm flipH="1">
            <a:off x="9252729" y="244964"/>
            <a:ext cx="2532871" cy="281497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15F29CF-F5C4-F599-EC36-6C5C905EE04D}"/>
              </a:ext>
            </a:extLst>
          </p:cNvPr>
          <p:cNvCxnSpPr>
            <a:cxnSpLocks/>
          </p:cNvCxnSpPr>
          <p:nvPr/>
        </p:nvCxnSpPr>
        <p:spPr>
          <a:xfrm flipH="1">
            <a:off x="8685222" y="172959"/>
            <a:ext cx="10579" cy="266590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Paralelogramo 6">
            <a:extLst>
              <a:ext uri="{FF2B5EF4-FFF2-40B4-BE49-F238E27FC236}">
                <a16:creationId xmlns:a16="http://schemas.microsoft.com/office/drawing/2014/main" id="{E092B6C8-9E14-AFF7-68F1-F189039032C8}"/>
              </a:ext>
            </a:extLst>
          </p:cNvPr>
          <p:cNvSpPr/>
          <p:nvPr/>
        </p:nvSpPr>
        <p:spPr>
          <a:xfrm>
            <a:off x="9673082" y="1884436"/>
            <a:ext cx="2342907" cy="3203683"/>
          </a:xfrm>
          <a:custGeom>
            <a:avLst/>
            <a:gdLst>
              <a:gd name="connsiteX0" fmla="*/ 0 w 1468315"/>
              <a:gd name="connsiteY0" fmla="*/ 1468315 h 1468315"/>
              <a:gd name="connsiteX1" fmla="*/ 367079 w 1468315"/>
              <a:gd name="connsiteY1" fmla="*/ 0 h 1468315"/>
              <a:gd name="connsiteX2" fmla="*/ 1468315 w 1468315"/>
              <a:gd name="connsiteY2" fmla="*/ 0 h 1468315"/>
              <a:gd name="connsiteX3" fmla="*/ 1101236 w 1468315"/>
              <a:gd name="connsiteY3" fmla="*/ 1468315 h 1468315"/>
              <a:gd name="connsiteX4" fmla="*/ 0 w 1468315"/>
              <a:gd name="connsiteY4" fmla="*/ 1468315 h 1468315"/>
              <a:gd name="connsiteX0" fmla="*/ 0 w 1160584"/>
              <a:gd name="connsiteY0" fmla="*/ 2787161 h 2787161"/>
              <a:gd name="connsiteX1" fmla="*/ 59348 w 1160584"/>
              <a:gd name="connsiteY1" fmla="*/ 0 h 2787161"/>
              <a:gd name="connsiteX2" fmla="*/ 1160584 w 1160584"/>
              <a:gd name="connsiteY2" fmla="*/ 0 h 2787161"/>
              <a:gd name="connsiteX3" fmla="*/ 793505 w 1160584"/>
              <a:gd name="connsiteY3" fmla="*/ 1468315 h 2787161"/>
              <a:gd name="connsiteX4" fmla="*/ 0 w 1160584"/>
              <a:gd name="connsiteY4" fmla="*/ 2787161 h 2787161"/>
              <a:gd name="connsiteX0" fmla="*/ 0 w 1160584"/>
              <a:gd name="connsiteY0" fmla="*/ 2787161 h 2787161"/>
              <a:gd name="connsiteX1" fmla="*/ 59348 w 1160584"/>
              <a:gd name="connsiteY1" fmla="*/ 0 h 2787161"/>
              <a:gd name="connsiteX2" fmla="*/ 1160584 w 1160584"/>
              <a:gd name="connsiteY2" fmla="*/ 0 h 2787161"/>
              <a:gd name="connsiteX3" fmla="*/ 1083651 w 1160584"/>
              <a:gd name="connsiteY3" fmla="*/ 1529861 h 2787161"/>
              <a:gd name="connsiteX4" fmla="*/ 0 w 1160584"/>
              <a:gd name="connsiteY4" fmla="*/ 2787161 h 2787161"/>
              <a:gd name="connsiteX0" fmla="*/ 0 w 1160584"/>
              <a:gd name="connsiteY0" fmla="*/ 4079630 h 4079630"/>
              <a:gd name="connsiteX1" fmla="*/ 24179 w 1160584"/>
              <a:gd name="connsiteY1" fmla="*/ 0 h 4079630"/>
              <a:gd name="connsiteX2" fmla="*/ 1160584 w 1160584"/>
              <a:gd name="connsiteY2" fmla="*/ 1292469 h 4079630"/>
              <a:gd name="connsiteX3" fmla="*/ 1083651 w 1160584"/>
              <a:gd name="connsiteY3" fmla="*/ 2822330 h 4079630"/>
              <a:gd name="connsiteX4" fmla="*/ 0 w 1160584"/>
              <a:gd name="connsiteY4" fmla="*/ 4079630 h 4079630"/>
              <a:gd name="connsiteX0" fmla="*/ 2198 w 1162782"/>
              <a:gd name="connsiteY0" fmla="*/ 4088423 h 4088423"/>
              <a:gd name="connsiteX1" fmla="*/ 0 w 1162782"/>
              <a:gd name="connsiteY1" fmla="*/ 0 h 4088423"/>
              <a:gd name="connsiteX2" fmla="*/ 1162782 w 1162782"/>
              <a:gd name="connsiteY2" fmla="*/ 1301262 h 4088423"/>
              <a:gd name="connsiteX3" fmla="*/ 1085849 w 1162782"/>
              <a:gd name="connsiteY3" fmla="*/ 2831123 h 4088423"/>
              <a:gd name="connsiteX4" fmla="*/ 2198 w 1162782"/>
              <a:gd name="connsiteY4" fmla="*/ 4088423 h 4088423"/>
              <a:gd name="connsiteX0" fmla="*/ 2198 w 1171574"/>
              <a:gd name="connsiteY0" fmla="*/ 4677507 h 4677507"/>
              <a:gd name="connsiteX1" fmla="*/ 0 w 1171574"/>
              <a:gd name="connsiteY1" fmla="*/ 589084 h 4677507"/>
              <a:gd name="connsiteX2" fmla="*/ 1171574 w 1171574"/>
              <a:gd name="connsiteY2" fmla="*/ 0 h 4677507"/>
              <a:gd name="connsiteX3" fmla="*/ 1085849 w 1171574"/>
              <a:gd name="connsiteY3" fmla="*/ 3420207 h 4677507"/>
              <a:gd name="connsiteX4" fmla="*/ 2198 w 1171574"/>
              <a:gd name="connsiteY4" fmla="*/ 4677507 h 4677507"/>
              <a:gd name="connsiteX0" fmla="*/ 2198 w 1171574"/>
              <a:gd name="connsiteY0" fmla="*/ 4677507 h 4677507"/>
              <a:gd name="connsiteX1" fmla="*/ 0 w 1171574"/>
              <a:gd name="connsiteY1" fmla="*/ 589084 h 4677507"/>
              <a:gd name="connsiteX2" fmla="*/ 1171574 w 1171574"/>
              <a:gd name="connsiteY2" fmla="*/ 0 h 4677507"/>
              <a:gd name="connsiteX3" fmla="*/ 1098549 w 1171574"/>
              <a:gd name="connsiteY3" fmla="*/ 3397347 h 4677507"/>
              <a:gd name="connsiteX4" fmla="*/ 2198 w 1171574"/>
              <a:gd name="connsiteY4" fmla="*/ 4677507 h 4677507"/>
              <a:gd name="connsiteX0" fmla="*/ 2198 w 1165478"/>
              <a:gd name="connsiteY0" fmla="*/ 4659219 h 4659219"/>
              <a:gd name="connsiteX1" fmla="*/ 0 w 1165478"/>
              <a:gd name="connsiteY1" fmla="*/ 570796 h 4659219"/>
              <a:gd name="connsiteX2" fmla="*/ 1165478 w 1165478"/>
              <a:gd name="connsiteY2" fmla="*/ 0 h 4659219"/>
              <a:gd name="connsiteX3" fmla="*/ 1098549 w 1165478"/>
              <a:gd name="connsiteY3" fmla="*/ 3379059 h 4659219"/>
              <a:gd name="connsiteX4" fmla="*/ 2198 w 1165478"/>
              <a:gd name="connsiteY4" fmla="*/ 4659219 h 4659219"/>
              <a:gd name="connsiteX0" fmla="*/ 2198 w 1180718"/>
              <a:gd name="connsiteY0" fmla="*/ 4674459 h 4674459"/>
              <a:gd name="connsiteX1" fmla="*/ 0 w 1180718"/>
              <a:gd name="connsiteY1" fmla="*/ 586036 h 4674459"/>
              <a:gd name="connsiteX2" fmla="*/ 1180718 w 1180718"/>
              <a:gd name="connsiteY2" fmla="*/ 0 h 4674459"/>
              <a:gd name="connsiteX3" fmla="*/ 1098549 w 1180718"/>
              <a:gd name="connsiteY3" fmla="*/ 3394299 h 4674459"/>
              <a:gd name="connsiteX4" fmla="*/ 2198 w 1180718"/>
              <a:gd name="connsiteY4" fmla="*/ 4674459 h 4674459"/>
              <a:gd name="connsiteX0" fmla="*/ 1422566 w 2601086"/>
              <a:gd name="connsiteY0" fmla="*/ 7611911 h 7611911"/>
              <a:gd name="connsiteX1" fmla="*/ 0 w 2601086"/>
              <a:gd name="connsiteY1" fmla="*/ 0 h 7611911"/>
              <a:gd name="connsiteX2" fmla="*/ 2601086 w 2601086"/>
              <a:gd name="connsiteY2" fmla="*/ 2937452 h 7611911"/>
              <a:gd name="connsiteX3" fmla="*/ 2518917 w 2601086"/>
              <a:gd name="connsiteY3" fmla="*/ 6331751 h 7611911"/>
              <a:gd name="connsiteX4" fmla="*/ 1422566 w 2601086"/>
              <a:gd name="connsiteY4" fmla="*/ 7611911 h 7611911"/>
              <a:gd name="connsiteX0" fmla="*/ 2 w 2769578"/>
              <a:gd name="connsiteY0" fmla="*/ 5533175 h 6331751"/>
              <a:gd name="connsiteX1" fmla="*/ 168492 w 2769578"/>
              <a:gd name="connsiteY1" fmla="*/ 0 h 6331751"/>
              <a:gd name="connsiteX2" fmla="*/ 2769578 w 2769578"/>
              <a:gd name="connsiteY2" fmla="*/ 2937452 h 6331751"/>
              <a:gd name="connsiteX3" fmla="*/ 2687409 w 2769578"/>
              <a:gd name="connsiteY3" fmla="*/ 6331751 h 6331751"/>
              <a:gd name="connsiteX4" fmla="*/ 2 w 2769578"/>
              <a:gd name="connsiteY4" fmla="*/ 5533175 h 6331751"/>
              <a:gd name="connsiteX0" fmla="*/ 50966 w 2601086"/>
              <a:gd name="connsiteY0" fmla="*/ 5527079 h 6331751"/>
              <a:gd name="connsiteX1" fmla="*/ 0 w 2601086"/>
              <a:gd name="connsiteY1" fmla="*/ 0 h 6331751"/>
              <a:gd name="connsiteX2" fmla="*/ 2601086 w 2601086"/>
              <a:gd name="connsiteY2" fmla="*/ 2937452 h 6331751"/>
              <a:gd name="connsiteX3" fmla="*/ 2518917 w 2601086"/>
              <a:gd name="connsiteY3" fmla="*/ 6331751 h 6331751"/>
              <a:gd name="connsiteX4" fmla="*/ 50966 w 2601086"/>
              <a:gd name="connsiteY4" fmla="*/ 5527079 h 6331751"/>
              <a:gd name="connsiteX0" fmla="*/ 2198 w 2601086"/>
              <a:gd name="connsiteY0" fmla="*/ 5545367 h 6331751"/>
              <a:gd name="connsiteX1" fmla="*/ 0 w 2601086"/>
              <a:gd name="connsiteY1" fmla="*/ 0 h 6331751"/>
              <a:gd name="connsiteX2" fmla="*/ 2601086 w 2601086"/>
              <a:gd name="connsiteY2" fmla="*/ 2937452 h 6331751"/>
              <a:gd name="connsiteX3" fmla="*/ 2518917 w 2601086"/>
              <a:gd name="connsiteY3" fmla="*/ 6331751 h 6331751"/>
              <a:gd name="connsiteX4" fmla="*/ 2198 w 2601086"/>
              <a:gd name="connsiteY4" fmla="*/ 5545367 h 6331751"/>
              <a:gd name="connsiteX0" fmla="*/ 2198 w 2601086"/>
              <a:gd name="connsiteY0" fmla="*/ 5545367 h 5545367"/>
              <a:gd name="connsiteX1" fmla="*/ 0 w 2601086"/>
              <a:gd name="connsiteY1" fmla="*/ 0 h 5545367"/>
              <a:gd name="connsiteX2" fmla="*/ 2601086 w 2601086"/>
              <a:gd name="connsiteY2" fmla="*/ 2937452 h 5545367"/>
              <a:gd name="connsiteX3" fmla="*/ 2561589 w 2601086"/>
              <a:gd name="connsiteY3" fmla="*/ 3600743 h 5545367"/>
              <a:gd name="connsiteX4" fmla="*/ 2198 w 2601086"/>
              <a:gd name="connsiteY4" fmla="*/ 5545367 h 5545367"/>
              <a:gd name="connsiteX0" fmla="*/ 2198 w 2601086"/>
              <a:gd name="connsiteY0" fmla="*/ 5545367 h 5545367"/>
              <a:gd name="connsiteX1" fmla="*/ 0 w 2601086"/>
              <a:gd name="connsiteY1" fmla="*/ 0 h 5545367"/>
              <a:gd name="connsiteX2" fmla="*/ 2601086 w 2601086"/>
              <a:gd name="connsiteY2" fmla="*/ 2937452 h 5545367"/>
              <a:gd name="connsiteX3" fmla="*/ 2595879 w 2601086"/>
              <a:gd name="connsiteY3" fmla="*/ 3615983 h 5545367"/>
              <a:gd name="connsiteX4" fmla="*/ 2198 w 2601086"/>
              <a:gd name="connsiteY4" fmla="*/ 5545367 h 5545367"/>
              <a:gd name="connsiteX0" fmla="*/ 2198 w 2631566"/>
              <a:gd name="connsiteY0" fmla="*/ 5545367 h 5545367"/>
              <a:gd name="connsiteX1" fmla="*/ 0 w 2631566"/>
              <a:gd name="connsiteY1" fmla="*/ 0 h 5545367"/>
              <a:gd name="connsiteX2" fmla="*/ 2631566 w 2631566"/>
              <a:gd name="connsiteY2" fmla="*/ 2971742 h 5545367"/>
              <a:gd name="connsiteX3" fmla="*/ 2595879 w 2631566"/>
              <a:gd name="connsiteY3" fmla="*/ 3615983 h 5545367"/>
              <a:gd name="connsiteX4" fmla="*/ 2198 w 2631566"/>
              <a:gd name="connsiteY4" fmla="*/ 5545367 h 5545367"/>
              <a:gd name="connsiteX0" fmla="*/ 2198 w 2635376"/>
              <a:gd name="connsiteY0" fmla="*/ 5545367 h 5545367"/>
              <a:gd name="connsiteX1" fmla="*/ 0 w 2635376"/>
              <a:gd name="connsiteY1" fmla="*/ 0 h 5545367"/>
              <a:gd name="connsiteX2" fmla="*/ 2635376 w 2635376"/>
              <a:gd name="connsiteY2" fmla="*/ 2971742 h 5545367"/>
              <a:gd name="connsiteX3" fmla="*/ 2595879 w 2635376"/>
              <a:gd name="connsiteY3" fmla="*/ 3615983 h 5545367"/>
              <a:gd name="connsiteX4" fmla="*/ 2198 w 2635376"/>
              <a:gd name="connsiteY4" fmla="*/ 5545367 h 5545367"/>
              <a:gd name="connsiteX0" fmla="*/ 2198 w 2635376"/>
              <a:gd name="connsiteY0" fmla="*/ 5545367 h 5545367"/>
              <a:gd name="connsiteX1" fmla="*/ 0 w 2635376"/>
              <a:gd name="connsiteY1" fmla="*/ 0 h 5545367"/>
              <a:gd name="connsiteX2" fmla="*/ 2635376 w 2635376"/>
              <a:gd name="connsiteY2" fmla="*/ 2971742 h 5545367"/>
              <a:gd name="connsiteX3" fmla="*/ 2630169 w 2635376"/>
              <a:gd name="connsiteY3" fmla="*/ 3593123 h 5545367"/>
              <a:gd name="connsiteX4" fmla="*/ 2198 w 2635376"/>
              <a:gd name="connsiteY4" fmla="*/ 5545367 h 5545367"/>
              <a:gd name="connsiteX0" fmla="*/ 1 w 5308356"/>
              <a:gd name="connsiteY0" fmla="*/ 5536575 h 5536575"/>
              <a:gd name="connsiteX1" fmla="*/ 5308356 w 5308356"/>
              <a:gd name="connsiteY1" fmla="*/ 0 h 5536575"/>
              <a:gd name="connsiteX2" fmla="*/ 2633179 w 5308356"/>
              <a:gd name="connsiteY2" fmla="*/ 2962950 h 5536575"/>
              <a:gd name="connsiteX3" fmla="*/ 2627972 w 5308356"/>
              <a:gd name="connsiteY3" fmla="*/ 3584331 h 5536575"/>
              <a:gd name="connsiteX4" fmla="*/ 1 w 5308356"/>
              <a:gd name="connsiteY4" fmla="*/ 5536575 h 5536575"/>
              <a:gd name="connsiteX0" fmla="*/ 2735337 w 2735337"/>
              <a:gd name="connsiteY0" fmla="*/ 5413483 h 5413483"/>
              <a:gd name="connsiteX1" fmla="*/ 2680384 w 2735337"/>
              <a:gd name="connsiteY1" fmla="*/ 0 h 5413483"/>
              <a:gd name="connsiteX2" fmla="*/ 5207 w 2735337"/>
              <a:gd name="connsiteY2" fmla="*/ 2962950 h 5413483"/>
              <a:gd name="connsiteX3" fmla="*/ 0 w 2735337"/>
              <a:gd name="connsiteY3" fmla="*/ 3584331 h 5413483"/>
              <a:gd name="connsiteX4" fmla="*/ 2735337 w 2735337"/>
              <a:gd name="connsiteY4" fmla="*/ 5413483 h 5413483"/>
              <a:gd name="connsiteX0" fmla="*/ 2735337 w 2735337"/>
              <a:gd name="connsiteY0" fmla="*/ 3759943 h 3759943"/>
              <a:gd name="connsiteX1" fmla="*/ 2726104 w 2735337"/>
              <a:gd name="connsiteY1" fmla="*/ 0 h 3759943"/>
              <a:gd name="connsiteX2" fmla="*/ 5207 w 2735337"/>
              <a:gd name="connsiteY2" fmla="*/ 1309410 h 3759943"/>
              <a:gd name="connsiteX3" fmla="*/ 0 w 2735337"/>
              <a:gd name="connsiteY3" fmla="*/ 1930791 h 3759943"/>
              <a:gd name="connsiteX4" fmla="*/ 2735337 w 2735337"/>
              <a:gd name="connsiteY4" fmla="*/ 3759943 h 3759943"/>
              <a:gd name="connsiteX0" fmla="*/ 2735337 w 2735337"/>
              <a:gd name="connsiteY0" fmla="*/ 3759943 h 3759943"/>
              <a:gd name="connsiteX1" fmla="*/ 2726104 w 2735337"/>
              <a:gd name="connsiteY1" fmla="*/ 0 h 3759943"/>
              <a:gd name="connsiteX2" fmla="*/ 370967 w 2735337"/>
              <a:gd name="connsiteY2" fmla="*/ 1339890 h 3759943"/>
              <a:gd name="connsiteX3" fmla="*/ 0 w 2735337"/>
              <a:gd name="connsiteY3" fmla="*/ 1930791 h 3759943"/>
              <a:gd name="connsiteX4" fmla="*/ 2735337 w 2735337"/>
              <a:gd name="connsiteY4" fmla="*/ 3759943 h 3759943"/>
              <a:gd name="connsiteX0" fmla="*/ 2384817 w 2384817"/>
              <a:gd name="connsiteY0" fmla="*/ 3759943 h 3759943"/>
              <a:gd name="connsiteX1" fmla="*/ 2375584 w 2384817"/>
              <a:gd name="connsiteY1" fmla="*/ 0 h 3759943"/>
              <a:gd name="connsiteX2" fmla="*/ 20447 w 2384817"/>
              <a:gd name="connsiteY2" fmla="*/ 1339890 h 3759943"/>
              <a:gd name="connsiteX3" fmla="*/ 0 w 2384817"/>
              <a:gd name="connsiteY3" fmla="*/ 1946031 h 3759943"/>
              <a:gd name="connsiteX4" fmla="*/ 2384817 w 2384817"/>
              <a:gd name="connsiteY4" fmla="*/ 3759943 h 3759943"/>
              <a:gd name="connsiteX0" fmla="*/ 2384817 w 2384817"/>
              <a:gd name="connsiteY0" fmla="*/ 3180823 h 3180823"/>
              <a:gd name="connsiteX1" fmla="*/ 2375584 w 2384817"/>
              <a:gd name="connsiteY1" fmla="*/ 0 h 3180823"/>
              <a:gd name="connsiteX2" fmla="*/ 20447 w 2384817"/>
              <a:gd name="connsiteY2" fmla="*/ 1339890 h 3180823"/>
              <a:gd name="connsiteX3" fmla="*/ 0 w 2384817"/>
              <a:gd name="connsiteY3" fmla="*/ 1946031 h 3180823"/>
              <a:gd name="connsiteX4" fmla="*/ 2384817 w 2384817"/>
              <a:gd name="connsiteY4" fmla="*/ 3180823 h 3180823"/>
              <a:gd name="connsiteX0" fmla="*/ 2407677 w 2407677"/>
              <a:gd name="connsiteY0" fmla="*/ 3180823 h 3180823"/>
              <a:gd name="connsiteX1" fmla="*/ 2398444 w 2407677"/>
              <a:gd name="connsiteY1" fmla="*/ 0 h 3180823"/>
              <a:gd name="connsiteX2" fmla="*/ 43307 w 2407677"/>
              <a:gd name="connsiteY2" fmla="*/ 1339890 h 3180823"/>
              <a:gd name="connsiteX3" fmla="*/ 0 w 2407677"/>
              <a:gd name="connsiteY3" fmla="*/ 1961271 h 3180823"/>
              <a:gd name="connsiteX4" fmla="*/ 2407677 w 2407677"/>
              <a:gd name="connsiteY4" fmla="*/ 3180823 h 3180823"/>
              <a:gd name="connsiteX0" fmla="*/ 2364446 w 2364446"/>
              <a:gd name="connsiteY0" fmla="*/ 3180823 h 3180823"/>
              <a:gd name="connsiteX1" fmla="*/ 2355213 w 2364446"/>
              <a:gd name="connsiteY1" fmla="*/ 0 h 3180823"/>
              <a:gd name="connsiteX2" fmla="*/ 76 w 2364446"/>
              <a:gd name="connsiteY2" fmla="*/ 1339890 h 3180823"/>
              <a:gd name="connsiteX3" fmla="*/ 25349 w 2364446"/>
              <a:gd name="connsiteY3" fmla="*/ 1984131 h 3180823"/>
              <a:gd name="connsiteX4" fmla="*/ 2364446 w 2364446"/>
              <a:gd name="connsiteY4" fmla="*/ 3180823 h 3180823"/>
              <a:gd name="connsiteX0" fmla="*/ 2339097 w 2339097"/>
              <a:gd name="connsiteY0" fmla="*/ 3180823 h 3180823"/>
              <a:gd name="connsiteX1" fmla="*/ 2329864 w 2339097"/>
              <a:gd name="connsiteY1" fmla="*/ 0 h 3180823"/>
              <a:gd name="connsiteX2" fmla="*/ 9017 w 2339097"/>
              <a:gd name="connsiteY2" fmla="*/ 1301790 h 3180823"/>
              <a:gd name="connsiteX3" fmla="*/ 0 w 2339097"/>
              <a:gd name="connsiteY3" fmla="*/ 1984131 h 3180823"/>
              <a:gd name="connsiteX4" fmla="*/ 2339097 w 2339097"/>
              <a:gd name="connsiteY4" fmla="*/ 3180823 h 3180823"/>
              <a:gd name="connsiteX0" fmla="*/ 2342907 w 2342907"/>
              <a:gd name="connsiteY0" fmla="*/ 3180823 h 3180823"/>
              <a:gd name="connsiteX1" fmla="*/ 2333674 w 2342907"/>
              <a:gd name="connsiteY1" fmla="*/ 0 h 3180823"/>
              <a:gd name="connsiteX2" fmla="*/ 12827 w 2342907"/>
              <a:gd name="connsiteY2" fmla="*/ 1301790 h 3180823"/>
              <a:gd name="connsiteX3" fmla="*/ 0 w 2342907"/>
              <a:gd name="connsiteY3" fmla="*/ 1995561 h 3180823"/>
              <a:gd name="connsiteX4" fmla="*/ 2342907 w 2342907"/>
              <a:gd name="connsiteY4" fmla="*/ 3180823 h 3180823"/>
              <a:gd name="connsiteX0" fmla="*/ 2342907 w 2342907"/>
              <a:gd name="connsiteY0" fmla="*/ 3203683 h 3203683"/>
              <a:gd name="connsiteX1" fmla="*/ 2327959 w 2342907"/>
              <a:gd name="connsiteY1" fmla="*/ 0 h 3203683"/>
              <a:gd name="connsiteX2" fmla="*/ 12827 w 2342907"/>
              <a:gd name="connsiteY2" fmla="*/ 1324650 h 3203683"/>
              <a:gd name="connsiteX3" fmla="*/ 0 w 2342907"/>
              <a:gd name="connsiteY3" fmla="*/ 2018421 h 3203683"/>
              <a:gd name="connsiteX4" fmla="*/ 2342907 w 2342907"/>
              <a:gd name="connsiteY4" fmla="*/ 3203683 h 3203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42907" h="3203683">
                <a:moveTo>
                  <a:pt x="2342907" y="3203683"/>
                </a:moveTo>
                <a:cubicBezTo>
                  <a:pt x="2342174" y="1840875"/>
                  <a:pt x="2328692" y="1362808"/>
                  <a:pt x="2327959" y="0"/>
                </a:cubicBezTo>
                <a:lnTo>
                  <a:pt x="12827" y="1324650"/>
                </a:lnTo>
                <a:cubicBezTo>
                  <a:pt x="11091" y="1550827"/>
                  <a:pt x="1736" y="1792244"/>
                  <a:pt x="0" y="2018421"/>
                </a:cubicBezTo>
                <a:lnTo>
                  <a:pt x="2342907" y="3203683"/>
                </a:lnTo>
                <a:close/>
              </a:path>
            </a:pathLst>
          </a:custGeom>
          <a:solidFill>
            <a:srgbClr val="84FCF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412538F-E527-0F1D-DC5D-E681086720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11087886" y="1063240"/>
            <a:ext cx="655020" cy="43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Picture 2">
            <a:extLst>
              <a:ext uri="{FF2B5EF4-FFF2-40B4-BE49-F238E27FC236}">
                <a16:creationId xmlns:a16="http://schemas.microsoft.com/office/drawing/2014/main" id="{AB2028ED-B91F-9871-B391-5D50831C4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10203280" y="2007417"/>
            <a:ext cx="452952" cy="30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Picture 2">
            <a:extLst>
              <a:ext uri="{FF2B5EF4-FFF2-40B4-BE49-F238E27FC236}">
                <a16:creationId xmlns:a16="http://schemas.microsoft.com/office/drawing/2014/main" id="{F15022D9-50CF-DA1B-85C0-8BAE48F410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9732045" y="2538216"/>
            <a:ext cx="321705" cy="21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Picture 2">
            <a:extLst>
              <a:ext uri="{FF2B5EF4-FFF2-40B4-BE49-F238E27FC236}">
                <a16:creationId xmlns:a16="http://schemas.microsoft.com/office/drawing/2014/main" id="{D4EEB4A4-CE16-357E-49FA-9D12227162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9439246" y="2915629"/>
            <a:ext cx="268697" cy="1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Picture 2">
            <a:extLst>
              <a:ext uri="{FF2B5EF4-FFF2-40B4-BE49-F238E27FC236}">
                <a16:creationId xmlns:a16="http://schemas.microsoft.com/office/drawing/2014/main" id="{7A993998-D908-3BA4-14E1-83C2152047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7699004" y="2915629"/>
            <a:ext cx="268697" cy="180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2">
            <a:extLst>
              <a:ext uri="{FF2B5EF4-FFF2-40B4-BE49-F238E27FC236}">
                <a16:creationId xmlns:a16="http://schemas.microsoft.com/office/drawing/2014/main" id="{5EB718B6-2EE2-E75D-CE3D-B4C578B916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7356820" y="2532059"/>
            <a:ext cx="321705" cy="215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Picture 2">
            <a:extLst>
              <a:ext uri="{FF2B5EF4-FFF2-40B4-BE49-F238E27FC236}">
                <a16:creationId xmlns:a16="http://schemas.microsoft.com/office/drawing/2014/main" id="{B22D3382-880B-622B-A0CE-70D192ADCD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6777689" y="2012819"/>
            <a:ext cx="452952" cy="30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Picture 2">
            <a:extLst>
              <a:ext uri="{FF2B5EF4-FFF2-40B4-BE49-F238E27FC236}">
                <a16:creationId xmlns:a16="http://schemas.microsoft.com/office/drawing/2014/main" id="{8CF4A952-D000-80DD-C1DC-7749A027D4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45" t="29392" r="21619" b="32934"/>
          <a:stretch/>
        </p:blipFill>
        <p:spPr bwMode="auto">
          <a:xfrm>
            <a:off x="5687069" y="1078282"/>
            <a:ext cx="655020" cy="43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B2CD31E-E938-8951-8AEA-91F6571656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6330" y="3423835"/>
            <a:ext cx="283110" cy="28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Picture 4">
            <a:extLst>
              <a:ext uri="{FF2B5EF4-FFF2-40B4-BE49-F238E27FC236}">
                <a16:creationId xmlns:a16="http://schemas.microsoft.com/office/drawing/2014/main" id="{186B13A9-485B-75E6-1B48-C26857879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65690" y="3423835"/>
            <a:ext cx="283110" cy="283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37" name="Grupo 1136">
            <a:extLst>
              <a:ext uri="{FF2B5EF4-FFF2-40B4-BE49-F238E27FC236}">
                <a16:creationId xmlns:a16="http://schemas.microsoft.com/office/drawing/2014/main" id="{92D13E44-DB0E-2B21-1F0A-D5137B420CAC}"/>
              </a:ext>
            </a:extLst>
          </p:cNvPr>
          <p:cNvGrpSpPr/>
          <p:nvPr/>
        </p:nvGrpSpPr>
        <p:grpSpPr>
          <a:xfrm>
            <a:off x="5417191" y="3832282"/>
            <a:ext cx="3183884" cy="2733341"/>
            <a:chOff x="2714631" y="3832282"/>
            <a:chExt cx="3183884" cy="2733341"/>
          </a:xfrm>
        </p:grpSpPr>
        <p:grpSp>
          <p:nvGrpSpPr>
            <p:cNvPr id="1080" name="Grupo 1079">
              <a:extLst>
                <a:ext uri="{FF2B5EF4-FFF2-40B4-BE49-F238E27FC236}">
                  <a16:creationId xmlns:a16="http://schemas.microsoft.com/office/drawing/2014/main" id="{089E8CF9-1BA0-5036-76BD-0219EBEBF748}"/>
                </a:ext>
              </a:extLst>
            </p:cNvPr>
            <p:cNvGrpSpPr/>
            <p:nvPr/>
          </p:nvGrpSpPr>
          <p:grpSpPr>
            <a:xfrm>
              <a:off x="2714631" y="3832282"/>
              <a:ext cx="3179290" cy="2009212"/>
              <a:chOff x="2717821" y="3829245"/>
              <a:chExt cx="3179290" cy="2009212"/>
            </a:xfrm>
          </p:grpSpPr>
          <p:sp>
            <p:nvSpPr>
              <p:cNvPr id="12" name="Trapecio 11">
                <a:extLst>
                  <a:ext uri="{FF2B5EF4-FFF2-40B4-BE49-F238E27FC236}">
                    <a16:creationId xmlns:a16="http://schemas.microsoft.com/office/drawing/2014/main" id="{2D70B846-7FA4-708E-F0AB-FAADC37CE5A4}"/>
                  </a:ext>
                </a:extLst>
              </p:cNvPr>
              <p:cNvSpPr/>
              <p:nvPr/>
            </p:nvSpPr>
            <p:spPr>
              <a:xfrm>
                <a:off x="2717821" y="3909799"/>
                <a:ext cx="3179290" cy="1928658"/>
              </a:xfrm>
              <a:custGeom>
                <a:avLst/>
                <a:gdLst>
                  <a:gd name="connsiteX0" fmla="*/ 0 w 7165730"/>
                  <a:gd name="connsiteY0" fmla="*/ 1345223 h 1345223"/>
                  <a:gd name="connsiteX1" fmla="*/ 336306 w 7165730"/>
                  <a:gd name="connsiteY1" fmla="*/ 0 h 1345223"/>
                  <a:gd name="connsiteX2" fmla="*/ 6829424 w 7165730"/>
                  <a:gd name="connsiteY2" fmla="*/ 0 h 1345223"/>
                  <a:gd name="connsiteX3" fmla="*/ 7165730 w 7165730"/>
                  <a:gd name="connsiteY3" fmla="*/ 1345223 h 1345223"/>
                  <a:gd name="connsiteX4" fmla="*/ 0 w 7165730"/>
                  <a:gd name="connsiteY4" fmla="*/ 1345223 h 1345223"/>
                  <a:gd name="connsiteX0" fmla="*/ 0 w 7165730"/>
                  <a:gd name="connsiteY0" fmla="*/ 1345223 h 1345223"/>
                  <a:gd name="connsiteX1" fmla="*/ 1110029 w 7165730"/>
                  <a:gd name="connsiteY1" fmla="*/ 211015 h 1345223"/>
                  <a:gd name="connsiteX2" fmla="*/ 6829424 w 7165730"/>
                  <a:gd name="connsiteY2" fmla="*/ 0 h 1345223"/>
                  <a:gd name="connsiteX3" fmla="*/ 7165730 w 7165730"/>
                  <a:gd name="connsiteY3" fmla="*/ 1345223 h 1345223"/>
                  <a:gd name="connsiteX4" fmla="*/ 0 w 7165730"/>
                  <a:gd name="connsiteY4" fmla="*/ 1345223 h 1345223"/>
                  <a:gd name="connsiteX0" fmla="*/ 0 w 7165730"/>
                  <a:gd name="connsiteY0" fmla="*/ 1345223 h 1345223"/>
                  <a:gd name="connsiteX1" fmla="*/ 1101237 w 7165730"/>
                  <a:gd name="connsiteY1" fmla="*/ 52753 h 1345223"/>
                  <a:gd name="connsiteX2" fmla="*/ 6829424 w 7165730"/>
                  <a:gd name="connsiteY2" fmla="*/ 0 h 1345223"/>
                  <a:gd name="connsiteX3" fmla="*/ 7165730 w 7165730"/>
                  <a:gd name="connsiteY3" fmla="*/ 1345223 h 1345223"/>
                  <a:gd name="connsiteX4" fmla="*/ 0 w 7165730"/>
                  <a:gd name="connsiteY4" fmla="*/ 1345223 h 1345223"/>
                  <a:gd name="connsiteX0" fmla="*/ 0 w 7165730"/>
                  <a:gd name="connsiteY0" fmla="*/ 1296584 h 1296584"/>
                  <a:gd name="connsiteX1" fmla="*/ 1101237 w 7165730"/>
                  <a:gd name="connsiteY1" fmla="*/ 4114 h 1296584"/>
                  <a:gd name="connsiteX2" fmla="*/ 6362496 w 7165730"/>
                  <a:gd name="connsiteY2" fmla="*/ 0 h 1296584"/>
                  <a:gd name="connsiteX3" fmla="*/ 7165730 w 7165730"/>
                  <a:gd name="connsiteY3" fmla="*/ 1296584 h 1296584"/>
                  <a:gd name="connsiteX4" fmla="*/ 0 w 7165730"/>
                  <a:gd name="connsiteY4" fmla="*/ 1296584 h 1296584"/>
                  <a:gd name="connsiteX0" fmla="*/ 0 w 7165730"/>
                  <a:gd name="connsiteY0" fmla="*/ 1917502 h 1917502"/>
                  <a:gd name="connsiteX1" fmla="*/ 2976335 w 7165730"/>
                  <a:gd name="connsiteY1" fmla="*/ 0 h 1917502"/>
                  <a:gd name="connsiteX2" fmla="*/ 6362496 w 7165730"/>
                  <a:gd name="connsiteY2" fmla="*/ 620918 h 1917502"/>
                  <a:gd name="connsiteX3" fmla="*/ 7165730 w 7165730"/>
                  <a:gd name="connsiteY3" fmla="*/ 1917502 h 1917502"/>
                  <a:gd name="connsiteX4" fmla="*/ 0 w 7165730"/>
                  <a:gd name="connsiteY4" fmla="*/ 1917502 h 1917502"/>
                  <a:gd name="connsiteX0" fmla="*/ 0 w 7107857"/>
                  <a:gd name="connsiteY0" fmla="*/ 1720732 h 1917502"/>
                  <a:gd name="connsiteX1" fmla="*/ 2918462 w 7107857"/>
                  <a:gd name="connsiteY1" fmla="*/ 0 h 1917502"/>
                  <a:gd name="connsiteX2" fmla="*/ 6304623 w 7107857"/>
                  <a:gd name="connsiteY2" fmla="*/ 620918 h 1917502"/>
                  <a:gd name="connsiteX3" fmla="*/ 7107857 w 7107857"/>
                  <a:gd name="connsiteY3" fmla="*/ 1917502 h 1917502"/>
                  <a:gd name="connsiteX4" fmla="*/ 0 w 7107857"/>
                  <a:gd name="connsiteY4" fmla="*/ 1720732 h 1917502"/>
                  <a:gd name="connsiteX0" fmla="*/ 0 w 7165731"/>
                  <a:gd name="connsiteY0" fmla="*/ 1871203 h 1917502"/>
                  <a:gd name="connsiteX1" fmla="*/ 2976336 w 7165731"/>
                  <a:gd name="connsiteY1" fmla="*/ 0 h 1917502"/>
                  <a:gd name="connsiteX2" fmla="*/ 6362497 w 7165731"/>
                  <a:gd name="connsiteY2" fmla="*/ 620918 h 1917502"/>
                  <a:gd name="connsiteX3" fmla="*/ 7165731 w 7165731"/>
                  <a:gd name="connsiteY3" fmla="*/ 1917502 h 1917502"/>
                  <a:gd name="connsiteX4" fmla="*/ 0 w 7165731"/>
                  <a:gd name="connsiteY4" fmla="*/ 1871203 h 1917502"/>
                  <a:gd name="connsiteX0" fmla="*/ 0 w 6362497"/>
                  <a:gd name="connsiteY0" fmla="*/ 1871203 h 1905927"/>
                  <a:gd name="connsiteX1" fmla="*/ 2976336 w 6362497"/>
                  <a:gd name="connsiteY1" fmla="*/ 0 h 1905927"/>
                  <a:gd name="connsiteX2" fmla="*/ 6362497 w 6362497"/>
                  <a:gd name="connsiteY2" fmla="*/ 620918 h 1905927"/>
                  <a:gd name="connsiteX3" fmla="*/ 2362237 w 6362497"/>
                  <a:gd name="connsiteY3" fmla="*/ 1905927 h 1905927"/>
                  <a:gd name="connsiteX4" fmla="*/ 0 w 6362497"/>
                  <a:gd name="connsiteY4" fmla="*/ 1871203 h 1905927"/>
                  <a:gd name="connsiteX0" fmla="*/ 0 w 3318355"/>
                  <a:gd name="connsiteY0" fmla="*/ 1871203 h 1905927"/>
                  <a:gd name="connsiteX1" fmla="*/ 2976336 w 3318355"/>
                  <a:gd name="connsiteY1" fmla="*/ 0 h 1905927"/>
                  <a:gd name="connsiteX2" fmla="*/ 3318355 w 3318355"/>
                  <a:gd name="connsiteY2" fmla="*/ 76908 h 1905927"/>
                  <a:gd name="connsiteX3" fmla="*/ 2362237 w 3318355"/>
                  <a:gd name="connsiteY3" fmla="*/ 1905927 h 1905927"/>
                  <a:gd name="connsiteX4" fmla="*/ 0 w 3318355"/>
                  <a:gd name="connsiteY4" fmla="*/ 1871203 h 1905927"/>
                  <a:gd name="connsiteX0" fmla="*/ 0 w 3318355"/>
                  <a:gd name="connsiteY0" fmla="*/ 1871203 h 1905927"/>
                  <a:gd name="connsiteX1" fmla="*/ 2976336 w 3318355"/>
                  <a:gd name="connsiteY1" fmla="*/ 0 h 1905927"/>
                  <a:gd name="connsiteX2" fmla="*/ 3318355 w 3318355"/>
                  <a:gd name="connsiteY2" fmla="*/ 30609 h 1905927"/>
                  <a:gd name="connsiteX3" fmla="*/ 2362237 w 3318355"/>
                  <a:gd name="connsiteY3" fmla="*/ 1905927 h 1905927"/>
                  <a:gd name="connsiteX4" fmla="*/ 0 w 3318355"/>
                  <a:gd name="connsiteY4" fmla="*/ 1871203 h 1905927"/>
                  <a:gd name="connsiteX0" fmla="*/ 0 w 3318355"/>
                  <a:gd name="connsiteY0" fmla="*/ 1886443 h 1921167"/>
                  <a:gd name="connsiteX1" fmla="*/ 2890611 w 3318355"/>
                  <a:gd name="connsiteY1" fmla="*/ 0 h 1921167"/>
                  <a:gd name="connsiteX2" fmla="*/ 3318355 w 3318355"/>
                  <a:gd name="connsiteY2" fmla="*/ 45849 h 1921167"/>
                  <a:gd name="connsiteX3" fmla="*/ 2362237 w 3318355"/>
                  <a:gd name="connsiteY3" fmla="*/ 1921167 h 1921167"/>
                  <a:gd name="connsiteX4" fmla="*/ 0 w 3318355"/>
                  <a:gd name="connsiteY4" fmla="*/ 1886443 h 1921167"/>
                  <a:gd name="connsiteX0" fmla="*/ 0 w 3179290"/>
                  <a:gd name="connsiteY0" fmla="*/ 1893934 h 1928658"/>
                  <a:gd name="connsiteX1" fmla="*/ 2890611 w 3179290"/>
                  <a:gd name="connsiteY1" fmla="*/ 7491 h 1928658"/>
                  <a:gd name="connsiteX2" fmla="*/ 3179290 w 3179290"/>
                  <a:gd name="connsiteY2" fmla="*/ 0 h 1928658"/>
                  <a:gd name="connsiteX3" fmla="*/ 2362237 w 3179290"/>
                  <a:gd name="connsiteY3" fmla="*/ 1928658 h 1928658"/>
                  <a:gd name="connsiteX4" fmla="*/ 0 w 3179290"/>
                  <a:gd name="connsiteY4" fmla="*/ 1893934 h 1928658"/>
                  <a:gd name="connsiteX0" fmla="*/ 0 w 3179290"/>
                  <a:gd name="connsiteY0" fmla="*/ 1893934 h 1928658"/>
                  <a:gd name="connsiteX1" fmla="*/ 2604861 w 3179290"/>
                  <a:gd name="connsiteY1" fmla="*/ 3681 h 1928658"/>
                  <a:gd name="connsiteX2" fmla="*/ 3179290 w 3179290"/>
                  <a:gd name="connsiteY2" fmla="*/ 0 h 1928658"/>
                  <a:gd name="connsiteX3" fmla="*/ 2362237 w 3179290"/>
                  <a:gd name="connsiteY3" fmla="*/ 1928658 h 1928658"/>
                  <a:gd name="connsiteX4" fmla="*/ 0 w 3179290"/>
                  <a:gd name="connsiteY4" fmla="*/ 1893934 h 1928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9290" h="1928658">
                    <a:moveTo>
                      <a:pt x="0" y="1893934"/>
                    </a:moveTo>
                    <a:lnTo>
                      <a:pt x="2604861" y="3681"/>
                    </a:lnTo>
                    <a:lnTo>
                      <a:pt x="3179290" y="0"/>
                    </a:lnTo>
                    <a:lnTo>
                      <a:pt x="2362237" y="1928658"/>
                    </a:lnTo>
                    <a:lnTo>
                      <a:pt x="0" y="1893934"/>
                    </a:lnTo>
                    <a:close/>
                  </a:path>
                </a:pathLst>
              </a:custGeom>
              <a:solidFill>
                <a:srgbClr val="844E0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C"/>
              </a:p>
            </p:txBody>
          </p:sp>
          <p:pic>
            <p:nvPicPr>
              <p:cNvPr id="1033" name="Picture 6">
                <a:extLst>
                  <a:ext uri="{FF2B5EF4-FFF2-40B4-BE49-F238E27FC236}">
                    <a16:creationId xmlns:a16="http://schemas.microsoft.com/office/drawing/2014/main" id="{6602E62E-6250-268E-11AD-44EF582D31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2016" y="3829245"/>
                <a:ext cx="159719" cy="153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6">
                <a:extLst>
                  <a:ext uri="{FF2B5EF4-FFF2-40B4-BE49-F238E27FC236}">
                    <a16:creationId xmlns:a16="http://schemas.microsoft.com/office/drawing/2014/main" id="{A17D71F7-8C6D-0375-CA3C-7EF7980B91A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75332" y="3833121"/>
                <a:ext cx="159719" cy="153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5" name="Picture 6">
                <a:extLst>
                  <a:ext uri="{FF2B5EF4-FFF2-40B4-BE49-F238E27FC236}">
                    <a16:creationId xmlns:a16="http://schemas.microsoft.com/office/drawing/2014/main" id="{88572DD6-B561-E002-2569-CF37DA80B4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8425" y="3839105"/>
                <a:ext cx="159719" cy="153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6" name="Picture 6">
                <a:extLst>
                  <a:ext uri="{FF2B5EF4-FFF2-40B4-BE49-F238E27FC236}">
                    <a16:creationId xmlns:a16="http://schemas.microsoft.com/office/drawing/2014/main" id="{A922DED7-1FF1-4A90-3A99-CD87A7BB06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2989" y="3925493"/>
                <a:ext cx="173699" cy="166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7" name="Picture 6">
                <a:extLst>
                  <a:ext uri="{FF2B5EF4-FFF2-40B4-BE49-F238E27FC236}">
                    <a16:creationId xmlns:a16="http://schemas.microsoft.com/office/drawing/2014/main" id="{A884D65F-230A-5114-B393-376297F8C2E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0782" y="3932952"/>
                <a:ext cx="173699" cy="166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8" name="Picture 6">
                <a:extLst>
                  <a:ext uri="{FF2B5EF4-FFF2-40B4-BE49-F238E27FC236}">
                    <a16:creationId xmlns:a16="http://schemas.microsoft.com/office/drawing/2014/main" id="{5C4CEEE8-1A02-DB39-A88F-0E32F6E5D59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81565" y="3932952"/>
                <a:ext cx="173699" cy="166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6" name="Picture 6">
                <a:extLst>
                  <a:ext uri="{FF2B5EF4-FFF2-40B4-BE49-F238E27FC236}">
                    <a16:creationId xmlns:a16="http://schemas.microsoft.com/office/drawing/2014/main" id="{73583FF8-9C03-F777-ED87-64D01FD72F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96444" y="3976527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7" name="Picture 6">
                <a:extLst>
                  <a:ext uri="{FF2B5EF4-FFF2-40B4-BE49-F238E27FC236}">
                    <a16:creationId xmlns:a16="http://schemas.microsoft.com/office/drawing/2014/main" id="{5D334B9C-80A9-14EF-82D3-075D5F53B3D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19989" y="3992461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8" name="Picture 6">
                <a:extLst>
                  <a:ext uri="{FF2B5EF4-FFF2-40B4-BE49-F238E27FC236}">
                    <a16:creationId xmlns:a16="http://schemas.microsoft.com/office/drawing/2014/main" id="{4C302010-FA3C-BADA-5764-820EECECA4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5095" y="3999636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9" name="Picture 6">
                <a:extLst>
                  <a:ext uri="{FF2B5EF4-FFF2-40B4-BE49-F238E27FC236}">
                    <a16:creationId xmlns:a16="http://schemas.microsoft.com/office/drawing/2014/main" id="{26A64D6E-4F17-305D-B4D7-DCA128E5F1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8475" y="4107202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0" name="Picture 6">
                <a:extLst>
                  <a:ext uri="{FF2B5EF4-FFF2-40B4-BE49-F238E27FC236}">
                    <a16:creationId xmlns:a16="http://schemas.microsoft.com/office/drawing/2014/main" id="{D36900B3-CF9D-CF38-87BD-292D356B17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10746" y="4126223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1" name="Picture 6">
                <a:extLst>
                  <a:ext uri="{FF2B5EF4-FFF2-40B4-BE49-F238E27FC236}">
                    <a16:creationId xmlns:a16="http://schemas.microsoft.com/office/drawing/2014/main" id="{380AEA84-01AD-044F-3EE5-6850F3E76D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85323" y="4135265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2" name="Picture 6">
                <a:extLst>
                  <a:ext uri="{FF2B5EF4-FFF2-40B4-BE49-F238E27FC236}">
                    <a16:creationId xmlns:a16="http://schemas.microsoft.com/office/drawing/2014/main" id="{3D5CAA6F-0D2B-9198-A0DC-13C44FD281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0351" y="4257715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3" name="Picture 6">
                <a:extLst>
                  <a:ext uri="{FF2B5EF4-FFF2-40B4-BE49-F238E27FC236}">
                    <a16:creationId xmlns:a16="http://schemas.microsoft.com/office/drawing/2014/main" id="{0C9423EA-99D6-64FB-8120-E5EBCE1AE3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90875" y="4259602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4" name="Picture 6">
                <a:extLst>
                  <a:ext uri="{FF2B5EF4-FFF2-40B4-BE49-F238E27FC236}">
                    <a16:creationId xmlns:a16="http://schemas.microsoft.com/office/drawing/2014/main" id="{B2BF4886-E565-8068-0C3E-D65CD3317A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04342" y="4283531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5" name="Picture 6">
                <a:extLst>
                  <a:ext uri="{FF2B5EF4-FFF2-40B4-BE49-F238E27FC236}">
                    <a16:creationId xmlns:a16="http://schemas.microsoft.com/office/drawing/2014/main" id="{6D9ED30A-F39C-7B7F-4589-9D2D402501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11040" y="4365329"/>
                <a:ext cx="224881" cy="215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6" name="Picture 6">
                <a:extLst>
                  <a:ext uri="{FF2B5EF4-FFF2-40B4-BE49-F238E27FC236}">
                    <a16:creationId xmlns:a16="http://schemas.microsoft.com/office/drawing/2014/main" id="{84F24497-A753-6A73-5BDD-CDEA2340F5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4325" y="4384040"/>
                <a:ext cx="224881" cy="215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7" name="Picture 6">
                <a:extLst>
                  <a:ext uri="{FF2B5EF4-FFF2-40B4-BE49-F238E27FC236}">
                    <a16:creationId xmlns:a16="http://schemas.microsoft.com/office/drawing/2014/main" id="{3952D1C6-B5BC-909C-2B5C-776748E283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0463" y="4390056"/>
                <a:ext cx="224881" cy="215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58" name="Picture 6">
                <a:extLst>
                  <a:ext uri="{FF2B5EF4-FFF2-40B4-BE49-F238E27FC236}">
                    <a16:creationId xmlns:a16="http://schemas.microsoft.com/office/drawing/2014/main" id="{CD41890A-F08E-9AA6-3F40-32A8CAC6FB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08399" y="4475858"/>
                <a:ext cx="275982" cy="26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0" name="Picture 6">
                <a:extLst>
                  <a:ext uri="{FF2B5EF4-FFF2-40B4-BE49-F238E27FC236}">
                    <a16:creationId xmlns:a16="http://schemas.microsoft.com/office/drawing/2014/main" id="{87F1FE58-A13B-1828-4147-7B36F36A465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696" y="4504211"/>
                <a:ext cx="275982" cy="26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1" name="Picture 6">
                <a:extLst>
                  <a:ext uri="{FF2B5EF4-FFF2-40B4-BE49-F238E27FC236}">
                    <a16:creationId xmlns:a16="http://schemas.microsoft.com/office/drawing/2014/main" id="{AF0A8945-6C7B-7402-4571-928EFCAA39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69388" y="4536046"/>
                <a:ext cx="275982" cy="26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2" name="Picture 6">
                <a:extLst>
                  <a:ext uri="{FF2B5EF4-FFF2-40B4-BE49-F238E27FC236}">
                    <a16:creationId xmlns:a16="http://schemas.microsoft.com/office/drawing/2014/main" id="{27FB1CFE-D5D5-F2AB-76BD-9280BA856D1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7521" y="4627859"/>
                <a:ext cx="300527" cy="288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3" name="Picture 6">
                <a:extLst>
                  <a:ext uri="{FF2B5EF4-FFF2-40B4-BE49-F238E27FC236}">
                    <a16:creationId xmlns:a16="http://schemas.microsoft.com/office/drawing/2014/main" id="{7EA4CD33-E8EC-D4CB-DD4D-B4BE8DECE5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82169" y="4643120"/>
                <a:ext cx="300527" cy="288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4" name="Picture 6">
                <a:extLst>
                  <a:ext uri="{FF2B5EF4-FFF2-40B4-BE49-F238E27FC236}">
                    <a16:creationId xmlns:a16="http://schemas.microsoft.com/office/drawing/2014/main" id="{9D4A7312-0557-E891-8D76-5BF06F14475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5151" y="4729851"/>
                <a:ext cx="300527" cy="288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7" name="Picture 6">
                <a:extLst>
                  <a:ext uri="{FF2B5EF4-FFF2-40B4-BE49-F238E27FC236}">
                    <a16:creationId xmlns:a16="http://schemas.microsoft.com/office/drawing/2014/main" id="{A9BF15D9-4BF0-E2AE-EF46-A8A908FD90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7806" y="4823460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8" name="Picture 6">
                <a:extLst>
                  <a:ext uri="{FF2B5EF4-FFF2-40B4-BE49-F238E27FC236}">
                    <a16:creationId xmlns:a16="http://schemas.microsoft.com/office/drawing/2014/main" id="{95A688C9-8EDC-CF1F-3498-D7B4ED00061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01605" y="4828882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69" name="Picture 6">
                <a:extLst>
                  <a:ext uri="{FF2B5EF4-FFF2-40B4-BE49-F238E27FC236}">
                    <a16:creationId xmlns:a16="http://schemas.microsoft.com/office/drawing/2014/main" id="{B781F8D4-B6AE-9EDE-71F5-0F37E08532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8642" y="4881287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0" name="Picture 6">
                <a:extLst>
                  <a:ext uri="{FF2B5EF4-FFF2-40B4-BE49-F238E27FC236}">
                    <a16:creationId xmlns:a16="http://schemas.microsoft.com/office/drawing/2014/main" id="{FEB72F3F-44EA-3CBD-E0E1-E630A0ADDA8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7445" y="5026937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1" name="Picture 6">
                <a:extLst>
                  <a:ext uri="{FF2B5EF4-FFF2-40B4-BE49-F238E27FC236}">
                    <a16:creationId xmlns:a16="http://schemas.microsoft.com/office/drawing/2014/main" id="{920D948F-B404-F0F3-B2F5-0F516BC005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15825" y="5043504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2" name="Picture 6">
                <a:extLst>
                  <a:ext uri="{FF2B5EF4-FFF2-40B4-BE49-F238E27FC236}">
                    <a16:creationId xmlns:a16="http://schemas.microsoft.com/office/drawing/2014/main" id="{F877C993-84EA-F540-C1A8-9F1A7ED191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1933" y="5073040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3" name="Picture 6">
                <a:extLst>
                  <a:ext uri="{FF2B5EF4-FFF2-40B4-BE49-F238E27FC236}">
                    <a16:creationId xmlns:a16="http://schemas.microsoft.com/office/drawing/2014/main" id="{9A6DE1D4-F642-D38D-1B1F-67D3AC8662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0570" y="5223750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4" name="Picture 6">
                <a:extLst>
                  <a:ext uri="{FF2B5EF4-FFF2-40B4-BE49-F238E27FC236}">
                    <a16:creationId xmlns:a16="http://schemas.microsoft.com/office/drawing/2014/main" id="{29E32041-E954-1E74-0166-C41F38BEE1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1002" y="5267638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5" name="Picture 6">
                <a:extLst>
                  <a:ext uri="{FF2B5EF4-FFF2-40B4-BE49-F238E27FC236}">
                    <a16:creationId xmlns:a16="http://schemas.microsoft.com/office/drawing/2014/main" id="{84FAF8D0-47FC-399B-2436-B7D93BF349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0340" y="5264166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6" name="Picture 6">
                <a:extLst>
                  <a:ext uri="{FF2B5EF4-FFF2-40B4-BE49-F238E27FC236}">
                    <a16:creationId xmlns:a16="http://schemas.microsoft.com/office/drawing/2014/main" id="{FB54DE89-15AB-7C2C-1D73-89BDE08B8F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9763" y="5415131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7" name="Picture 6">
                <a:extLst>
                  <a:ext uri="{FF2B5EF4-FFF2-40B4-BE49-F238E27FC236}">
                    <a16:creationId xmlns:a16="http://schemas.microsoft.com/office/drawing/2014/main" id="{D5042719-AD0C-2AE7-C28B-9A6E7ADA42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6195" y="5431468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78" name="Picture 6">
                <a:extLst>
                  <a:ext uri="{FF2B5EF4-FFF2-40B4-BE49-F238E27FC236}">
                    <a16:creationId xmlns:a16="http://schemas.microsoft.com/office/drawing/2014/main" id="{3E1D58B7-A881-166A-41FB-8C1208976D0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79959" y="5460476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20" name="Pentágono 1119">
              <a:extLst>
                <a:ext uri="{FF2B5EF4-FFF2-40B4-BE49-F238E27FC236}">
                  <a16:creationId xmlns:a16="http://schemas.microsoft.com/office/drawing/2014/main" id="{5D6567AC-76C5-1912-13F5-2DDB7929FADC}"/>
                </a:ext>
              </a:extLst>
            </p:cNvPr>
            <p:cNvSpPr/>
            <p:nvPr/>
          </p:nvSpPr>
          <p:spPr>
            <a:xfrm>
              <a:off x="5055550" y="3913864"/>
              <a:ext cx="842965" cy="2651759"/>
            </a:xfrm>
            <a:custGeom>
              <a:avLst/>
              <a:gdLst>
                <a:gd name="connsiteX0" fmla="*/ 0 w 155153"/>
                <a:gd name="connsiteY0" fmla="*/ 100900 h 264160"/>
                <a:gd name="connsiteX1" fmla="*/ 77577 w 155153"/>
                <a:gd name="connsiteY1" fmla="*/ 0 h 264160"/>
                <a:gd name="connsiteX2" fmla="*/ 155153 w 155153"/>
                <a:gd name="connsiteY2" fmla="*/ 100900 h 264160"/>
                <a:gd name="connsiteX3" fmla="*/ 125521 w 155153"/>
                <a:gd name="connsiteY3" fmla="*/ 264159 h 264160"/>
                <a:gd name="connsiteX4" fmla="*/ 29632 w 155153"/>
                <a:gd name="connsiteY4" fmla="*/ 264159 h 264160"/>
                <a:gd name="connsiteX5" fmla="*/ 0 w 155153"/>
                <a:gd name="connsiteY5" fmla="*/ 100900 h 264160"/>
                <a:gd name="connsiteX0" fmla="*/ 0 w 155153"/>
                <a:gd name="connsiteY0" fmla="*/ 299020 h 462279"/>
                <a:gd name="connsiteX1" fmla="*/ 90277 w 155153"/>
                <a:gd name="connsiteY1" fmla="*/ 0 h 462279"/>
                <a:gd name="connsiteX2" fmla="*/ 155153 w 155153"/>
                <a:gd name="connsiteY2" fmla="*/ 299020 h 462279"/>
                <a:gd name="connsiteX3" fmla="*/ 125521 w 155153"/>
                <a:gd name="connsiteY3" fmla="*/ 462279 h 462279"/>
                <a:gd name="connsiteX4" fmla="*/ 29632 w 155153"/>
                <a:gd name="connsiteY4" fmla="*/ 462279 h 462279"/>
                <a:gd name="connsiteX5" fmla="*/ 0 w 155153"/>
                <a:gd name="connsiteY5" fmla="*/ 299020 h 462279"/>
                <a:gd name="connsiteX0" fmla="*/ 0 w 125521"/>
                <a:gd name="connsiteY0" fmla="*/ 299020 h 462279"/>
                <a:gd name="connsiteX1" fmla="*/ 90277 w 125521"/>
                <a:gd name="connsiteY1" fmla="*/ 0 h 462279"/>
                <a:gd name="connsiteX2" fmla="*/ 99273 w 125521"/>
                <a:gd name="connsiteY2" fmla="*/ 174560 h 462279"/>
                <a:gd name="connsiteX3" fmla="*/ 125521 w 125521"/>
                <a:gd name="connsiteY3" fmla="*/ 462279 h 462279"/>
                <a:gd name="connsiteX4" fmla="*/ 29632 w 125521"/>
                <a:gd name="connsiteY4" fmla="*/ 462279 h 462279"/>
                <a:gd name="connsiteX5" fmla="*/ 0 w 125521"/>
                <a:gd name="connsiteY5" fmla="*/ 299020 h 462279"/>
                <a:gd name="connsiteX0" fmla="*/ 0 w 173781"/>
                <a:gd name="connsiteY0" fmla="*/ 438720 h 462279"/>
                <a:gd name="connsiteX1" fmla="*/ 138537 w 173781"/>
                <a:gd name="connsiteY1" fmla="*/ 0 h 462279"/>
                <a:gd name="connsiteX2" fmla="*/ 147533 w 173781"/>
                <a:gd name="connsiteY2" fmla="*/ 174560 h 462279"/>
                <a:gd name="connsiteX3" fmla="*/ 173781 w 173781"/>
                <a:gd name="connsiteY3" fmla="*/ 462279 h 462279"/>
                <a:gd name="connsiteX4" fmla="*/ 77892 w 173781"/>
                <a:gd name="connsiteY4" fmla="*/ 462279 h 462279"/>
                <a:gd name="connsiteX5" fmla="*/ 0 w 173781"/>
                <a:gd name="connsiteY5" fmla="*/ 438720 h 462279"/>
                <a:gd name="connsiteX0" fmla="*/ 0 w 862121"/>
                <a:gd name="connsiteY0" fmla="*/ 1934780 h 1934780"/>
                <a:gd name="connsiteX1" fmla="*/ 826877 w 862121"/>
                <a:gd name="connsiteY1" fmla="*/ 0 h 1934780"/>
                <a:gd name="connsiteX2" fmla="*/ 835873 w 862121"/>
                <a:gd name="connsiteY2" fmla="*/ 174560 h 1934780"/>
                <a:gd name="connsiteX3" fmla="*/ 862121 w 862121"/>
                <a:gd name="connsiteY3" fmla="*/ 462279 h 1934780"/>
                <a:gd name="connsiteX4" fmla="*/ 766232 w 862121"/>
                <a:gd name="connsiteY4" fmla="*/ 462279 h 1934780"/>
                <a:gd name="connsiteX5" fmla="*/ 0 w 862121"/>
                <a:gd name="connsiteY5" fmla="*/ 1934780 h 1934780"/>
                <a:gd name="connsiteX0" fmla="*/ 16088 w 878209"/>
                <a:gd name="connsiteY0" fmla="*/ 1934780 h 2209799"/>
                <a:gd name="connsiteX1" fmla="*/ 842965 w 878209"/>
                <a:gd name="connsiteY1" fmla="*/ 0 h 2209799"/>
                <a:gd name="connsiteX2" fmla="*/ 851961 w 878209"/>
                <a:gd name="connsiteY2" fmla="*/ 174560 h 2209799"/>
                <a:gd name="connsiteX3" fmla="*/ 878209 w 878209"/>
                <a:gd name="connsiteY3" fmla="*/ 462279 h 2209799"/>
                <a:gd name="connsiteX4" fmla="*/ 0 w 878209"/>
                <a:gd name="connsiteY4" fmla="*/ 2209799 h 2209799"/>
                <a:gd name="connsiteX5" fmla="*/ 16088 w 878209"/>
                <a:gd name="connsiteY5" fmla="*/ 1934780 h 2209799"/>
                <a:gd name="connsiteX0" fmla="*/ 16088 w 851961"/>
                <a:gd name="connsiteY0" fmla="*/ 1934780 h 2651759"/>
                <a:gd name="connsiteX1" fmla="*/ 842965 w 851961"/>
                <a:gd name="connsiteY1" fmla="*/ 0 h 2651759"/>
                <a:gd name="connsiteX2" fmla="*/ 851961 w 851961"/>
                <a:gd name="connsiteY2" fmla="*/ 174560 h 2651759"/>
                <a:gd name="connsiteX3" fmla="*/ 131449 w 851961"/>
                <a:gd name="connsiteY3" fmla="*/ 2651759 h 2651759"/>
                <a:gd name="connsiteX4" fmla="*/ 0 w 851961"/>
                <a:gd name="connsiteY4" fmla="*/ 2209799 h 2651759"/>
                <a:gd name="connsiteX5" fmla="*/ 16088 w 851961"/>
                <a:gd name="connsiteY5" fmla="*/ 1934780 h 2651759"/>
                <a:gd name="connsiteX0" fmla="*/ 16088 w 842965"/>
                <a:gd name="connsiteY0" fmla="*/ 1934780 h 2651759"/>
                <a:gd name="connsiteX1" fmla="*/ 842965 w 842965"/>
                <a:gd name="connsiteY1" fmla="*/ 0 h 2651759"/>
                <a:gd name="connsiteX2" fmla="*/ 834816 w 842965"/>
                <a:gd name="connsiteY2" fmla="*/ 191705 h 2651759"/>
                <a:gd name="connsiteX3" fmla="*/ 131449 w 842965"/>
                <a:gd name="connsiteY3" fmla="*/ 2651759 h 2651759"/>
                <a:gd name="connsiteX4" fmla="*/ 0 w 842965"/>
                <a:gd name="connsiteY4" fmla="*/ 2209799 h 2651759"/>
                <a:gd name="connsiteX5" fmla="*/ 16088 w 842965"/>
                <a:gd name="connsiteY5" fmla="*/ 1934780 h 2651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42965" h="2651759">
                  <a:moveTo>
                    <a:pt x="16088" y="1934780"/>
                  </a:moveTo>
                  <a:lnTo>
                    <a:pt x="842965" y="0"/>
                  </a:lnTo>
                  <a:lnTo>
                    <a:pt x="834816" y="191705"/>
                  </a:lnTo>
                  <a:lnTo>
                    <a:pt x="131449" y="2651759"/>
                  </a:lnTo>
                  <a:lnTo>
                    <a:pt x="0" y="2209799"/>
                  </a:lnTo>
                  <a:lnTo>
                    <a:pt x="16088" y="1934780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122" name="Pentágono 1119">
            <a:extLst>
              <a:ext uri="{FF2B5EF4-FFF2-40B4-BE49-F238E27FC236}">
                <a16:creationId xmlns:a16="http://schemas.microsoft.com/office/drawing/2014/main" id="{24D25134-3AE3-5440-00DF-2B6C08706155}"/>
              </a:ext>
            </a:extLst>
          </p:cNvPr>
          <p:cNvSpPr/>
          <p:nvPr/>
        </p:nvSpPr>
        <p:spPr>
          <a:xfrm>
            <a:off x="5414769" y="5801153"/>
            <a:ext cx="2475234" cy="770954"/>
          </a:xfrm>
          <a:custGeom>
            <a:avLst/>
            <a:gdLst>
              <a:gd name="connsiteX0" fmla="*/ 0 w 155153"/>
              <a:gd name="connsiteY0" fmla="*/ 100900 h 264160"/>
              <a:gd name="connsiteX1" fmla="*/ 77577 w 155153"/>
              <a:gd name="connsiteY1" fmla="*/ 0 h 264160"/>
              <a:gd name="connsiteX2" fmla="*/ 155153 w 155153"/>
              <a:gd name="connsiteY2" fmla="*/ 100900 h 264160"/>
              <a:gd name="connsiteX3" fmla="*/ 125521 w 155153"/>
              <a:gd name="connsiteY3" fmla="*/ 264159 h 264160"/>
              <a:gd name="connsiteX4" fmla="*/ 29632 w 155153"/>
              <a:gd name="connsiteY4" fmla="*/ 264159 h 264160"/>
              <a:gd name="connsiteX5" fmla="*/ 0 w 155153"/>
              <a:gd name="connsiteY5" fmla="*/ 100900 h 264160"/>
              <a:gd name="connsiteX0" fmla="*/ 0 w 155153"/>
              <a:gd name="connsiteY0" fmla="*/ 299020 h 462279"/>
              <a:gd name="connsiteX1" fmla="*/ 90277 w 155153"/>
              <a:gd name="connsiteY1" fmla="*/ 0 h 462279"/>
              <a:gd name="connsiteX2" fmla="*/ 155153 w 155153"/>
              <a:gd name="connsiteY2" fmla="*/ 299020 h 462279"/>
              <a:gd name="connsiteX3" fmla="*/ 125521 w 155153"/>
              <a:gd name="connsiteY3" fmla="*/ 462279 h 462279"/>
              <a:gd name="connsiteX4" fmla="*/ 29632 w 155153"/>
              <a:gd name="connsiteY4" fmla="*/ 462279 h 462279"/>
              <a:gd name="connsiteX5" fmla="*/ 0 w 155153"/>
              <a:gd name="connsiteY5" fmla="*/ 299020 h 462279"/>
              <a:gd name="connsiteX0" fmla="*/ 0 w 125521"/>
              <a:gd name="connsiteY0" fmla="*/ 299020 h 462279"/>
              <a:gd name="connsiteX1" fmla="*/ 90277 w 125521"/>
              <a:gd name="connsiteY1" fmla="*/ 0 h 462279"/>
              <a:gd name="connsiteX2" fmla="*/ 99273 w 125521"/>
              <a:gd name="connsiteY2" fmla="*/ 174560 h 462279"/>
              <a:gd name="connsiteX3" fmla="*/ 125521 w 125521"/>
              <a:gd name="connsiteY3" fmla="*/ 462279 h 462279"/>
              <a:gd name="connsiteX4" fmla="*/ 29632 w 125521"/>
              <a:gd name="connsiteY4" fmla="*/ 462279 h 462279"/>
              <a:gd name="connsiteX5" fmla="*/ 0 w 125521"/>
              <a:gd name="connsiteY5" fmla="*/ 299020 h 462279"/>
              <a:gd name="connsiteX0" fmla="*/ 0 w 173781"/>
              <a:gd name="connsiteY0" fmla="*/ 438720 h 462279"/>
              <a:gd name="connsiteX1" fmla="*/ 138537 w 173781"/>
              <a:gd name="connsiteY1" fmla="*/ 0 h 462279"/>
              <a:gd name="connsiteX2" fmla="*/ 147533 w 173781"/>
              <a:gd name="connsiteY2" fmla="*/ 174560 h 462279"/>
              <a:gd name="connsiteX3" fmla="*/ 173781 w 173781"/>
              <a:gd name="connsiteY3" fmla="*/ 462279 h 462279"/>
              <a:gd name="connsiteX4" fmla="*/ 77892 w 173781"/>
              <a:gd name="connsiteY4" fmla="*/ 462279 h 462279"/>
              <a:gd name="connsiteX5" fmla="*/ 0 w 173781"/>
              <a:gd name="connsiteY5" fmla="*/ 438720 h 462279"/>
              <a:gd name="connsiteX0" fmla="*/ 0 w 862121"/>
              <a:gd name="connsiteY0" fmla="*/ 1934780 h 1934780"/>
              <a:gd name="connsiteX1" fmla="*/ 826877 w 862121"/>
              <a:gd name="connsiteY1" fmla="*/ 0 h 1934780"/>
              <a:gd name="connsiteX2" fmla="*/ 835873 w 862121"/>
              <a:gd name="connsiteY2" fmla="*/ 174560 h 1934780"/>
              <a:gd name="connsiteX3" fmla="*/ 862121 w 862121"/>
              <a:gd name="connsiteY3" fmla="*/ 462279 h 1934780"/>
              <a:gd name="connsiteX4" fmla="*/ 766232 w 862121"/>
              <a:gd name="connsiteY4" fmla="*/ 462279 h 1934780"/>
              <a:gd name="connsiteX5" fmla="*/ 0 w 862121"/>
              <a:gd name="connsiteY5" fmla="*/ 1934780 h 1934780"/>
              <a:gd name="connsiteX0" fmla="*/ 16088 w 878209"/>
              <a:gd name="connsiteY0" fmla="*/ 1934780 h 2209799"/>
              <a:gd name="connsiteX1" fmla="*/ 842965 w 878209"/>
              <a:gd name="connsiteY1" fmla="*/ 0 h 2209799"/>
              <a:gd name="connsiteX2" fmla="*/ 851961 w 878209"/>
              <a:gd name="connsiteY2" fmla="*/ 174560 h 2209799"/>
              <a:gd name="connsiteX3" fmla="*/ 878209 w 878209"/>
              <a:gd name="connsiteY3" fmla="*/ 462279 h 2209799"/>
              <a:gd name="connsiteX4" fmla="*/ 0 w 878209"/>
              <a:gd name="connsiteY4" fmla="*/ 2209799 h 2209799"/>
              <a:gd name="connsiteX5" fmla="*/ 16088 w 878209"/>
              <a:gd name="connsiteY5" fmla="*/ 1934780 h 2209799"/>
              <a:gd name="connsiteX0" fmla="*/ 16088 w 851961"/>
              <a:gd name="connsiteY0" fmla="*/ 1934780 h 2651759"/>
              <a:gd name="connsiteX1" fmla="*/ 842965 w 851961"/>
              <a:gd name="connsiteY1" fmla="*/ 0 h 2651759"/>
              <a:gd name="connsiteX2" fmla="*/ 851961 w 851961"/>
              <a:gd name="connsiteY2" fmla="*/ 174560 h 2651759"/>
              <a:gd name="connsiteX3" fmla="*/ 131449 w 851961"/>
              <a:gd name="connsiteY3" fmla="*/ 2651759 h 2651759"/>
              <a:gd name="connsiteX4" fmla="*/ 0 w 851961"/>
              <a:gd name="connsiteY4" fmla="*/ 2209799 h 2651759"/>
              <a:gd name="connsiteX5" fmla="*/ 16088 w 851961"/>
              <a:gd name="connsiteY5" fmla="*/ 1934780 h 2651759"/>
              <a:gd name="connsiteX0" fmla="*/ 16088 w 842965"/>
              <a:gd name="connsiteY0" fmla="*/ 1934780 h 2651759"/>
              <a:gd name="connsiteX1" fmla="*/ 842965 w 842965"/>
              <a:gd name="connsiteY1" fmla="*/ 0 h 2651759"/>
              <a:gd name="connsiteX2" fmla="*/ 834816 w 842965"/>
              <a:gd name="connsiteY2" fmla="*/ 191705 h 2651759"/>
              <a:gd name="connsiteX3" fmla="*/ 131449 w 842965"/>
              <a:gd name="connsiteY3" fmla="*/ 2651759 h 2651759"/>
              <a:gd name="connsiteX4" fmla="*/ 0 w 842965"/>
              <a:gd name="connsiteY4" fmla="*/ 2209799 h 2651759"/>
              <a:gd name="connsiteX5" fmla="*/ 16088 w 842965"/>
              <a:gd name="connsiteY5" fmla="*/ 1934780 h 2651759"/>
              <a:gd name="connsiteX0" fmla="*/ 0 w 1492357"/>
              <a:gd name="connsiteY0" fmla="*/ 1843340 h 2651759"/>
              <a:gd name="connsiteX1" fmla="*/ 1492357 w 1492357"/>
              <a:gd name="connsiteY1" fmla="*/ 0 h 2651759"/>
              <a:gd name="connsiteX2" fmla="*/ 1484208 w 1492357"/>
              <a:gd name="connsiteY2" fmla="*/ 191705 h 2651759"/>
              <a:gd name="connsiteX3" fmla="*/ 780841 w 1492357"/>
              <a:gd name="connsiteY3" fmla="*/ 2651759 h 2651759"/>
              <a:gd name="connsiteX4" fmla="*/ 649392 w 1492357"/>
              <a:gd name="connsiteY4" fmla="*/ 2209799 h 2651759"/>
              <a:gd name="connsiteX5" fmla="*/ 0 w 1492357"/>
              <a:gd name="connsiteY5" fmla="*/ 1843340 h 2651759"/>
              <a:gd name="connsiteX0" fmla="*/ 0 w 1492357"/>
              <a:gd name="connsiteY0" fmla="*/ 1843340 h 2651759"/>
              <a:gd name="connsiteX1" fmla="*/ 1492357 w 1492357"/>
              <a:gd name="connsiteY1" fmla="*/ 0 h 2651759"/>
              <a:gd name="connsiteX2" fmla="*/ 1484208 w 1492357"/>
              <a:gd name="connsiteY2" fmla="*/ 191705 h 2651759"/>
              <a:gd name="connsiteX3" fmla="*/ 780841 w 1492357"/>
              <a:gd name="connsiteY3" fmla="*/ 2651759 h 2651759"/>
              <a:gd name="connsiteX4" fmla="*/ 19472 w 1492357"/>
              <a:gd name="connsiteY4" fmla="*/ 2529839 h 2651759"/>
              <a:gd name="connsiteX5" fmla="*/ 0 w 1492357"/>
              <a:gd name="connsiteY5" fmla="*/ 1843340 h 2651759"/>
              <a:gd name="connsiteX0" fmla="*/ 0 w 2553761"/>
              <a:gd name="connsiteY0" fmla="*/ 1843340 h 2570479"/>
              <a:gd name="connsiteX1" fmla="*/ 1492357 w 2553761"/>
              <a:gd name="connsiteY1" fmla="*/ 0 h 2570479"/>
              <a:gd name="connsiteX2" fmla="*/ 1484208 w 2553761"/>
              <a:gd name="connsiteY2" fmla="*/ 191705 h 2570479"/>
              <a:gd name="connsiteX3" fmla="*/ 2553761 w 2553761"/>
              <a:gd name="connsiteY3" fmla="*/ 2570479 h 2570479"/>
              <a:gd name="connsiteX4" fmla="*/ 19472 w 2553761"/>
              <a:gd name="connsiteY4" fmla="*/ 2529839 h 2570479"/>
              <a:gd name="connsiteX5" fmla="*/ 0 w 2553761"/>
              <a:gd name="connsiteY5" fmla="*/ 1843340 h 2570479"/>
              <a:gd name="connsiteX0" fmla="*/ 0 w 2553761"/>
              <a:gd name="connsiteY0" fmla="*/ 1843340 h 2570479"/>
              <a:gd name="connsiteX1" fmla="*/ 1492357 w 2553761"/>
              <a:gd name="connsiteY1" fmla="*/ 0 h 2570479"/>
              <a:gd name="connsiteX2" fmla="*/ 2368128 w 2553761"/>
              <a:gd name="connsiteY2" fmla="*/ 2157665 h 2570479"/>
              <a:gd name="connsiteX3" fmla="*/ 2553761 w 2553761"/>
              <a:gd name="connsiteY3" fmla="*/ 2570479 h 2570479"/>
              <a:gd name="connsiteX4" fmla="*/ 19472 w 2553761"/>
              <a:gd name="connsiteY4" fmla="*/ 2529839 h 2570479"/>
              <a:gd name="connsiteX5" fmla="*/ 0 w 2553761"/>
              <a:gd name="connsiteY5" fmla="*/ 1843340 h 2570479"/>
              <a:gd name="connsiteX0" fmla="*/ 0 w 2553761"/>
              <a:gd name="connsiteY0" fmla="*/ 0 h 727139"/>
              <a:gd name="connsiteX1" fmla="*/ 2371197 w 2553761"/>
              <a:gd name="connsiteY1" fmla="*/ 26100 h 727139"/>
              <a:gd name="connsiteX2" fmla="*/ 2368128 w 2553761"/>
              <a:gd name="connsiteY2" fmla="*/ 314325 h 727139"/>
              <a:gd name="connsiteX3" fmla="*/ 2553761 w 2553761"/>
              <a:gd name="connsiteY3" fmla="*/ 727139 h 727139"/>
              <a:gd name="connsiteX4" fmla="*/ 19472 w 2553761"/>
              <a:gd name="connsiteY4" fmla="*/ 686499 h 727139"/>
              <a:gd name="connsiteX5" fmla="*/ 0 w 2553761"/>
              <a:gd name="connsiteY5" fmla="*/ 0 h 727139"/>
              <a:gd name="connsiteX0" fmla="*/ 11008 w 2534289"/>
              <a:gd name="connsiteY0" fmla="*/ 0 h 753809"/>
              <a:gd name="connsiteX1" fmla="*/ 2351725 w 2534289"/>
              <a:gd name="connsiteY1" fmla="*/ 52770 h 753809"/>
              <a:gd name="connsiteX2" fmla="*/ 2348656 w 2534289"/>
              <a:gd name="connsiteY2" fmla="*/ 340995 h 753809"/>
              <a:gd name="connsiteX3" fmla="*/ 2534289 w 2534289"/>
              <a:gd name="connsiteY3" fmla="*/ 753809 h 753809"/>
              <a:gd name="connsiteX4" fmla="*/ 0 w 2534289"/>
              <a:gd name="connsiteY4" fmla="*/ 713169 h 753809"/>
              <a:gd name="connsiteX5" fmla="*/ 11008 w 2534289"/>
              <a:gd name="connsiteY5" fmla="*/ 0 h 753809"/>
              <a:gd name="connsiteX0" fmla="*/ 3388 w 2526669"/>
              <a:gd name="connsiteY0" fmla="*/ 0 h 753809"/>
              <a:gd name="connsiteX1" fmla="*/ 2344105 w 2526669"/>
              <a:gd name="connsiteY1" fmla="*/ 52770 h 753809"/>
              <a:gd name="connsiteX2" fmla="*/ 2341036 w 2526669"/>
              <a:gd name="connsiteY2" fmla="*/ 340995 h 753809"/>
              <a:gd name="connsiteX3" fmla="*/ 2526669 w 2526669"/>
              <a:gd name="connsiteY3" fmla="*/ 753809 h 753809"/>
              <a:gd name="connsiteX4" fmla="*/ 0 w 2526669"/>
              <a:gd name="connsiteY4" fmla="*/ 713169 h 753809"/>
              <a:gd name="connsiteX5" fmla="*/ 3388 w 2526669"/>
              <a:gd name="connsiteY5" fmla="*/ 0 h 753809"/>
              <a:gd name="connsiteX0" fmla="*/ 3388 w 2526669"/>
              <a:gd name="connsiteY0" fmla="*/ 0 h 753809"/>
              <a:gd name="connsiteX1" fmla="*/ 2365060 w 2526669"/>
              <a:gd name="connsiteY1" fmla="*/ 37530 h 753809"/>
              <a:gd name="connsiteX2" fmla="*/ 2341036 w 2526669"/>
              <a:gd name="connsiteY2" fmla="*/ 340995 h 753809"/>
              <a:gd name="connsiteX3" fmla="*/ 2526669 w 2526669"/>
              <a:gd name="connsiteY3" fmla="*/ 753809 h 753809"/>
              <a:gd name="connsiteX4" fmla="*/ 0 w 2526669"/>
              <a:gd name="connsiteY4" fmla="*/ 713169 h 753809"/>
              <a:gd name="connsiteX5" fmla="*/ 3388 w 2526669"/>
              <a:gd name="connsiteY5" fmla="*/ 0 h 753809"/>
              <a:gd name="connsiteX0" fmla="*/ 3388 w 2471424"/>
              <a:gd name="connsiteY0" fmla="*/ 0 h 770954"/>
              <a:gd name="connsiteX1" fmla="*/ 2365060 w 2471424"/>
              <a:gd name="connsiteY1" fmla="*/ 37530 h 770954"/>
              <a:gd name="connsiteX2" fmla="*/ 2341036 w 2471424"/>
              <a:gd name="connsiteY2" fmla="*/ 340995 h 770954"/>
              <a:gd name="connsiteX3" fmla="*/ 2471424 w 2471424"/>
              <a:gd name="connsiteY3" fmla="*/ 770954 h 770954"/>
              <a:gd name="connsiteX4" fmla="*/ 0 w 2471424"/>
              <a:gd name="connsiteY4" fmla="*/ 713169 h 770954"/>
              <a:gd name="connsiteX5" fmla="*/ 3388 w 2471424"/>
              <a:gd name="connsiteY5" fmla="*/ 0 h 770954"/>
              <a:gd name="connsiteX0" fmla="*/ 3388 w 2471424"/>
              <a:gd name="connsiteY0" fmla="*/ 0 h 770954"/>
              <a:gd name="connsiteX1" fmla="*/ 2365060 w 2471424"/>
              <a:gd name="connsiteY1" fmla="*/ 37530 h 770954"/>
              <a:gd name="connsiteX2" fmla="*/ 2302936 w 2471424"/>
              <a:gd name="connsiteY2" fmla="*/ 329565 h 770954"/>
              <a:gd name="connsiteX3" fmla="*/ 2471424 w 2471424"/>
              <a:gd name="connsiteY3" fmla="*/ 770954 h 770954"/>
              <a:gd name="connsiteX4" fmla="*/ 0 w 2471424"/>
              <a:gd name="connsiteY4" fmla="*/ 713169 h 770954"/>
              <a:gd name="connsiteX5" fmla="*/ 3388 w 2471424"/>
              <a:gd name="connsiteY5" fmla="*/ 0 h 770954"/>
              <a:gd name="connsiteX0" fmla="*/ 3388 w 2471424"/>
              <a:gd name="connsiteY0" fmla="*/ 0 h 770954"/>
              <a:gd name="connsiteX1" fmla="*/ 2365060 w 2471424"/>
              <a:gd name="connsiteY1" fmla="*/ 37530 h 770954"/>
              <a:gd name="connsiteX2" fmla="*/ 2339131 w 2471424"/>
              <a:gd name="connsiteY2" fmla="*/ 327660 h 770954"/>
              <a:gd name="connsiteX3" fmla="*/ 2471424 w 2471424"/>
              <a:gd name="connsiteY3" fmla="*/ 770954 h 770954"/>
              <a:gd name="connsiteX4" fmla="*/ 0 w 2471424"/>
              <a:gd name="connsiteY4" fmla="*/ 713169 h 770954"/>
              <a:gd name="connsiteX5" fmla="*/ 3388 w 2471424"/>
              <a:gd name="connsiteY5" fmla="*/ 0 h 770954"/>
              <a:gd name="connsiteX0" fmla="*/ 3388 w 2475234"/>
              <a:gd name="connsiteY0" fmla="*/ 0 h 770954"/>
              <a:gd name="connsiteX1" fmla="*/ 2365060 w 2475234"/>
              <a:gd name="connsiteY1" fmla="*/ 37530 h 770954"/>
              <a:gd name="connsiteX2" fmla="*/ 2339131 w 2475234"/>
              <a:gd name="connsiteY2" fmla="*/ 327660 h 770954"/>
              <a:gd name="connsiteX3" fmla="*/ 2475234 w 2475234"/>
              <a:gd name="connsiteY3" fmla="*/ 770954 h 770954"/>
              <a:gd name="connsiteX4" fmla="*/ 0 w 2475234"/>
              <a:gd name="connsiteY4" fmla="*/ 713169 h 770954"/>
              <a:gd name="connsiteX5" fmla="*/ 3388 w 2475234"/>
              <a:gd name="connsiteY5" fmla="*/ 0 h 770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234" h="770954">
                <a:moveTo>
                  <a:pt x="3388" y="0"/>
                </a:moveTo>
                <a:lnTo>
                  <a:pt x="2365060" y="37530"/>
                </a:lnTo>
                <a:lnTo>
                  <a:pt x="2339131" y="327660"/>
                </a:lnTo>
                <a:lnTo>
                  <a:pt x="2475234" y="770954"/>
                </a:lnTo>
                <a:lnTo>
                  <a:pt x="0" y="713169"/>
                </a:lnTo>
                <a:cubicBezTo>
                  <a:pt x="1129" y="475446"/>
                  <a:pt x="2259" y="237723"/>
                  <a:pt x="3388" y="0"/>
                </a:cubicBezTo>
                <a:close/>
              </a:path>
            </a:pathLst>
          </a:custGeom>
          <a:solidFill>
            <a:schemeClr val="bg2">
              <a:lumMod val="25000"/>
            </a:schemeClr>
          </a:solidFill>
          <a:ln w="63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136" name="Grupo 1135">
            <a:extLst>
              <a:ext uri="{FF2B5EF4-FFF2-40B4-BE49-F238E27FC236}">
                <a16:creationId xmlns:a16="http://schemas.microsoft.com/office/drawing/2014/main" id="{B3A74671-3562-0066-2824-EA5B19FE11AC}"/>
              </a:ext>
            </a:extLst>
          </p:cNvPr>
          <p:cNvGrpSpPr/>
          <p:nvPr/>
        </p:nvGrpSpPr>
        <p:grpSpPr>
          <a:xfrm>
            <a:off x="8784560" y="3836118"/>
            <a:ext cx="3224318" cy="2733559"/>
            <a:chOff x="6082000" y="3836118"/>
            <a:chExt cx="3224318" cy="2733559"/>
          </a:xfrm>
        </p:grpSpPr>
        <p:grpSp>
          <p:nvGrpSpPr>
            <p:cNvPr id="1081" name="Grupo 1080">
              <a:extLst>
                <a:ext uri="{FF2B5EF4-FFF2-40B4-BE49-F238E27FC236}">
                  <a16:creationId xmlns:a16="http://schemas.microsoft.com/office/drawing/2014/main" id="{0F1AE8A0-9B39-1C89-E525-715FD5E89F91}"/>
                </a:ext>
              </a:extLst>
            </p:cNvPr>
            <p:cNvGrpSpPr/>
            <p:nvPr/>
          </p:nvGrpSpPr>
          <p:grpSpPr>
            <a:xfrm flipH="1">
              <a:off x="6082000" y="3836118"/>
              <a:ext cx="3224318" cy="2009212"/>
              <a:chOff x="2691086" y="3829245"/>
              <a:chExt cx="3206026" cy="2009212"/>
            </a:xfrm>
          </p:grpSpPr>
          <p:sp>
            <p:nvSpPr>
              <p:cNvPr id="1082" name="Trapecio 11">
                <a:extLst>
                  <a:ext uri="{FF2B5EF4-FFF2-40B4-BE49-F238E27FC236}">
                    <a16:creationId xmlns:a16="http://schemas.microsoft.com/office/drawing/2014/main" id="{6CFAAB85-7BAA-E31C-6003-652B7B6AA52C}"/>
                  </a:ext>
                </a:extLst>
              </p:cNvPr>
              <p:cNvSpPr/>
              <p:nvPr/>
            </p:nvSpPr>
            <p:spPr>
              <a:xfrm>
                <a:off x="2691086" y="3909799"/>
                <a:ext cx="3206026" cy="1928658"/>
              </a:xfrm>
              <a:custGeom>
                <a:avLst/>
                <a:gdLst>
                  <a:gd name="connsiteX0" fmla="*/ 0 w 7165730"/>
                  <a:gd name="connsiteY0" fmla="*/ 1345223 h 1345223"/>
                  <a:gd name="connsiteX1" fmla="*/ 336306 w 7165730"/>
                  <a:gd name="connsiteY1" fmla="*/ 0 h 1345223"/>
                  <a:gd name="connsiteX2" fmla="*/ 6829424 w 7165730"/>
                  <a:gd name="connsiteY2" fmla="*/ 0 h 1345223"/>
                  <a:gd name="connsiteX3" fmla="*/ 7165730 w 7165730"/>
                  <a:gd name="connsiteY3" fmla="*/ 1345223 h 1345223"/>
                  <a:gd name="connsiteX4" fmla="*/ 0 w 7165730"/>
                  <a:gd name="connsiteY4" fmla="*/ 1345223 h 1345223"/>
                  <a:gd name="connsiteX0" fmla="*/ 0 w 7165730"/>
                  <a:gd name="connsiteY0" fmla="*/ 1345223 h 1345223"/>
                  <a:gd name="connsiteX1" fmla="*/ 1110029 w 7165730"/>
                  <a:gd name="connsiteY1" fmla="*/ 211015 h 1345223"/>
                  <a:gd name="connsiteX2" fmla="*/ 6829424 w 7165730"/>
                  <a:gd name="connsiteY2" fmla="*/ 0 h 1345223"/>
                  <a:gd name="connsiteX3" fmla="*/ 7165730 w 7165730"/>
                  <a:gd name="connsiteY3" fmla="*/ 1345223 h 1345223"/>
                  <a:gd name="connsiteX4" fmla="*/ 0 w 7165730"/>
                  <a:gd name="connsiteY4" fmla="*/ 1345223 h 1345223"/>
                  <a:gd name="connsiteX0" fmla="*/ 0 w 7165730"/>
                  <a:gd name="connsiteY0" fmla="*/ 1345223 h 1345223"/>
                  <a:gd name="connsiteX1" fmla="*/ 1101237 w 7165730"/>
                  <a:gd name="connsiteY1" fmla="*/ 52753 h 1345223"/>
                  <a:gd name="connsiteX2" fmla="*/ 6829424 w 7165730"/>
                  <a:gd name="connsiteY2" fmla="*/ 0 h 1345223"/>
                  <a:gd name="connsiteX3" fmla="*/ 7165730 w 7165730"/>
                  <a:gd name="connsiteY3" fmla="*/ 1345223 h 1345223"/>
                  <a:gd name="connsiteX4" fmla="*/ 0 w 7165730"/>
                  <a:gd name="connsiteY4" fmla="*/ 1345223 h 1345223"/>
                  <a:gd name="connsiteX0" fmla="*/ 0 w 7165730"/>
                  <a:gd name="connsiteY0" fmla="*/ 1296584 h 1296584"/>
                  <a:gd name="connsiteX1" fmla="*/ 1101237 w 7165730"/>
                  <a:gd name="connsiteY1" fmla="*/ 4114 h 1296584"/>
                  <a:gd name="connsiteX2" fmla="*/ 6362496 w 7165730"/>
                  <a:gd name="connsiteY2" fmla="*/ 0 h 1296584"/>
                  <a:gd name="connsiteX3" fmla="*/ 7165730 w 7165730"/>
                  <a:gd name="connsiteY3" fmla="*/ 1296584 h 1296584"/>
                  <a:gd name="connsiteX4" fmla="*/ 0 w 7165730"/>
                  <a:gd name="connsiteY4" fmla="*/ 1296584 h 1296584"/>
                  <a:gd name="connsiteX0" fmla="*/ 0 w 7165730"/>
                  <a:gd name="connsiteY0" fmla="*/ 1917502 h 1917502"/>
                  <a:gd name="connsiteX1" fmla="*/ 2976335 w 7165730"/>
                  <a:gd name="connsiteY1" fmla="*/ 0 h 1917502"/>
                  <a:gd name="connsiteX2" fmla="*/ 6362496 w 7165730"/>
                  <a:gd name="connsiteY2" fmla="*/ 620918 h 1917502"/>
                  <a:gd name="connsiteX3" fmla="*/ 7165730 w 7165730"/>
                  <a:gd name="connsiteY3" fmla="*/ 1917502 h 1917502"/>
                  <a:gd name="connsiteX4" fmla="*/ 0 w 7165730"/>
                  <a:gd name="connsiteY4" fmla="*/ 1917502 h 1917502"/>
                  <a:gd name="connsiteX0" fmla="*/ 0 w 7107857"/>
                  <a:gd name="connsiteY0" fmla="*/ 1720732 h 1917502"/>
                  <a:gd name="connsiteX1" fmla="*/ 2918462 w 7107857"/>
                  <a:gd name="connsiteY1" fmla="*/ 0 h 1917502"/>
                  <a:gd name="connsiteX2" fmla="*/ 6304623 w 7107857"/>
                  <a:gd name="connsiteY2" fmla="*/ 620918 h 1917502"/>
                  <a:gd name="connsiteX3" fmla="*/ 7107857 w 7107857"/>
                  <a:gd name="connsiteY3" fmla="*/ 1917502 h 1917502"/>
                  <a:gd name="connsiteX4" fmla="*/ 0 w 7107857"/>
                  <a:gd name="connsiteY4" fmla="*/ 1720732 h 1917502"/>
                  <a:gd name="connsiteX0" fmla="*/ 0 w 7165731"/>
                  <a:gd name="connsiteY0" fmla="*/ 1871203 h 1917502"/>
                  <a:gd name="connsiteX1" fmla="*/ 2976336 w 7165731"/>
                  <a:gd name="connsiteY1" fmla="*/ 0 h 1917502"/>
                  <a:gd name="connsiteX2" fmla="*/ 6362497 w 7165731"/>
                  <a:gd name="connsiteY2" fmla="*/ 620918 h 1917502"/>
                  <a:gd name="connsiteX3" fmla="*/ 7165731 w 7165731"/>
                  <a:gd name="connsiteY3" fmla="*/ 1917502 h 1917502"/>
                  <a:gd name="connsiteX4" fmla="*/ 0 w 7165731"/>
                  <a:gd name="connsiteY4" fmla="*/ 1871203 h 1917502"/>
                  <a:gd name="connsiteX0" fmla="*/ 0 w 6362497"/>
                  <a:gd name="connsiteY0" fmla="*/ 1871203 h 1905927"/>
                  <a:gd name="connsiteX1" fmla="*/ 2976336 w 6362497"/>
                  <a:gd name="connsiteY1" fmla="*/ 0 h 1905927"/>
                  <a:gd name="connsiteX2" fmla="*/ 6362497 w 6362497"/>
                  <a:gd name="connsiteY2" fmla="*/ 620918 h 1905927"/>
                  <a:gd name="connsiteX3" fmla="*/ 2362237 w 6362497"/>
                  <a:gd name="connsiteY3" fmla="*/ 1905927 h 1905927"/>
                  <a:gd name="connsiteX4" fmla="*/ 0 w 6362497"/>
                  <a:gd name="connsiteY4" fmla="*/ 1871203 h 1905927"/>
                  <a:gd name="connsiteX0" fmla="*/ 0 w 3318355"/>
                  <a:gd name="connsiteY0" fmla="*/ 1871203 h 1905927"/>
                  <a:gd name="connsiteX1" fmla="*/ 2976336 w 3318355"/>
                  <a:gd name="connsiteY1" fmla="*/ 0 h 1905927"/>
                  <a:gd name="connsiteX2" fmla="*/ 3318355 w 3318355"/>
                  <a:gd name="connsiteY2" fmla="*/ 76908 h 1905927"/>
                  <a:gd name="connsiteX3" fmla="*/ 2362237 w 3318355"/>
                  <a:gd name="connsiteY3" fmla="*/ 1905927 h 1905927"/>
                  <a:gd name="connsiteX4" fmla="*/ 0 w 3318355"/>
                  <a:gd name="connsiteY4" fmla="*/ 1871203 h 1905927"/>
                  <a:gd name="connsiteX0" fmla="*/ 0 w 3318355"/>
                  <a:gd name="connsiteY0" fmla="*/ 1871203 h 1905927"/>
                  <a:gd name="connsiteX1" fmla="*/ 2976336 w 3318355"/>
                  <a:gd name="connsiteY1" fmla="*/ 0 h 1905927"/>
                  <a:gd name="connsiteX2" fmla="*/ 3318355 w 3318355"/>
                  <a:gd name="connsiteY2" fmla="*/ 30609 h 1905927"/>
                  <a:gd name="connsiteX3" fmla="*/ 2362237 w 3318355"/>
                  <a:gd name="connsiteY3" fmla="*/ 1905927 h 1905927"/>
                  <a:gd name="connsiteX4" fmla="*/ 0 w 3318355"/>
                  <a:gd name="connsiteY4" fmla="*/ 1871203 h 1905927"/>
                  <a:gd name="connsiteX0" fmla="*/ 0 w 3318355"/>
                  <a:gd name="connsiteY0" fmla="*/ 1886443 h 1921167"/>
                  <a:gd name="connsiteX1" fmla="*/ 2890611 w 3318355"/>
                  <a:gd name="connsiteY1" fmla="*/ 0 h 1921167"/>
                  <a:gd name="connsiteX2" fmla="*/ 3318355 w 3318355"/>
                  <a:gd name="connsiteY2" fmla="*/ 45849 h 1921167"/>
                  <a:gd name="connsiteX3" fmla="*/ 2362237 w 3318355"/>
                  <a:gd name="connsiteY3" fmla="*/ 1921167 h 1921167"/>
                  <a:gd name="connsiteX4" fmla="*/ 0 w 3318355"/>
                  <a:gd name="connsiteY4" fmla="*/ 1886443 h 1921167"/>
                  <a:gd name="connsiteX0" fmla="*/ 0 w 3179290"/>
                  <a:gd name="connsiteY0" fmla="*/ 1893934 h 1928658"/>
                  <a:gd name="connsiteX1" fmla="*/ 2890611 w 3179290"/>
                  <a:gd name="connsiteY1" fmla="*/ 7491 h 1928658"/>
                  <a:gd name="connsiteX2" fmla="*/ 3179290 w 3179290"/>
                  <a:gd name="connsiteY2" fmla="*/ 0 h 1928658"/>
                  <a:gd name="connsiteX3" fmla="*/ 2362237 w 3179290"/>
                  <a:gd name="connsiteY3" fmla="*/ 1928658 h 1928658"/>
                  <a:gd name="connsiteX4" fmla="*/ 0 w 3179290"/>
                  <a:gd name="connsiteY4" fmla="*/ 1893934 h 1928658"/>
                  <a:gd name="connsiteX0" fmla="*/ 0 w 3179290"/>
                  <a:gd name="connsiteY0" fmla="*/ 1893934 h 1928658"/>
                  <a:gd name="connsiteX1" fmla="*/ 2604861 w 3179290"/>
                  <a:gd name="connsiteY1" fmla="*/ 3681 h 1928658"/>
                  <a:gd name="connsiteX2" fmla="*/ 3179290 w 3179290"/>
                  <a:gd name="connsiteY2" fmla="*/ 0 h 1928658"/>
                  <a:gd name="connsiteX3" fmla="*/ 2362237 w 3179290"/>
                  <a:gd name="connsiteY3" fmla="*/ 1928658 h 1928658"/>
                  <a:gd name="connsiteX4" fmla="*/ 0 w 3179290"/>
                  <a:gd name="connsiteY4" fmla="*/ 1893934 h 1928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79290" h="1928658">
                    <a:moveTo>
                      <a:pt x="0" y="1893934"/>
                    </a:moveTo>
                    <a:lnTo>
                      <a:pt x="2604861" y="3681"/>
                    </a:lnTo>
                    <a:lnTo>
                      <a:pt x="3179290" y="0"/>
                    </a:lnTo>
                    <a:lnTo>
                      <a:pt x="2362237" y="1928658"/>
                    </a:lnTo>
                    <a:lnTo>
                      <a:pt x="0" y="1893934"/>
                    </a:lnTo>
                    <a:close/>
                  </a:path>
                </a:pathLst>
              </a:custGeom>
              <a:solidFill>
                <a:srgbClr val="844E0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C"/>
              </a:p>
            </p:txBody>
          </p:sp>
          <p:pic>
            <p:nvPicPr>
              <p:cNvPr id="1083" name="Picture 6">
                <a:extLst>
                  <a:ext uri="{FF2B5EF4-FFF2-40B4-BE49-F238E27FC236}">
                    <a16:creationId xmlns:a16="http://schemas.microsoft.com/office/drawing/2014/main" id="{5A7C942C-E8A0-4527-237E-727AFAD336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82016" y="3829245"/>
                <a:ext cx="159719" cy="153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4" name="Picture 6">
                <a:extLst>
                  <a:ext uri="{FF2B5EF4-FFF2-40B4-BE49-F238E27FC236}">
                    <a16:creationId xmlns:a16="http://schemas.microsoft.com/office/drawing/2014/main" id="{313064DB-B5EF-0155-719B-A19C0BA643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75332" y="3833121"/>
                <a:ext cx="159719" cy="153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5" name="Picture 6">
                <a:extLst>
                  <a:ext uri="{FF2B5EF4-FFF2-40B4-BE49-F238E27FC236}">
                    <a16:creationId xmlns:a16="http://schemas.microsoft.com/office/drawing/2014/main" id="{CA135053-B31E-9DA0-CF7D-7BB3A97973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68425" y="3839105"/>
                <a:ext cx="159719" cy="153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6" name="Picture 6">
                <a:extLst>
                  <a:ext uri="{FF2B5EF4-FFF2-40B4-BE49-F238E27FC236}">
                    <a16:creationId xmlns:a16="http://schemas.microsoft.com/office/drawing/2014/main" id="{BAE2CC09-F6D9-843A-A8F6-7CC0F3BF03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2989" y="3925493"/>
                <a:ext cx="173699" cy="166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7" name="Picture 6">
                <a:extLst>
                  <a:ext uri="{FF2B5EF4-FFF2-40B4-BE49-F238E27FC236}">
                    <a16:creationId xmlns:a16="http://schemas.microsoft.com/office/drawing/2014/main" id="{B6FDC62E-6EA9-C1C9-4701-CD3B519E5C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10782" y="3932952"/>
                <a:ext cx="173699" cy="166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8" name="Picture 6">
                <a:extLst>
                  <a:ext uri="{FF2B5EF4-FFF2-40B4-BE49-F238E27FC236}">
                    <a16:creationId xmlns:a16="http://schemas.microsoft.com/office/drawing/2014/main" id="{A9F3E89C-7BFD-403B-E3A2-13D0DB52A8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81565" y="3932952"/>
                <a:ext cx="173699" cy="166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89" name="Picture 6">
                <a:extLst>
                  <a:ext uri="{FF2B5EF4-FFF2-40B4-BE49-F238E27FC236}">
                    <a16:creationId xmlns:a16="http://schemas.microsoft.com/office/drawing/2014/main" id="{D82CBAF1-210B-37CE-054B-2F3CCB0BE59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96444" y="3976527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0" name="Picture 6">
                <a:extLst>
                  <a:ext uri="{FF2B5EF4-FFF2-40B4-BE49-F238E27FC236}">
                    <a16:creationId xmlns:a16="http://schemas.microsoft.com/office/drawing/2014/main" id="{D8265022-8190-1C74-B0C0-2D52B7EF4A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19989" y="3992461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1" name="Picture 6">
                <a:extLst>
                  <a:ext uri="{FF2B5EF4-FFF2-40B4-BE49-F238E27FC236}">
                    <a16:creationId xmlns:a16="http://schemas.microsoft.com/office/drawing/2014/main" id="{DB743F9F-E82F-E6F2-DE01-0555AB26DB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5095" y="3999636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2" name="Picture 6">
                <a:extLst>
                  <a:ext uri="{FF2B5EF4-FFF2-40B4-BE49-F238E27FC236}">
                    <a16:creationId xmlns:a16="http://schemas.microsoft.com/office/drawing/2014/main" id="{1D22EA48-AF01-BFD9-6E7D-902B8E5E115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38475" y="4107202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3" name="Picture 6">
                <a:extLst>
                  <a:ext uri="{FF2B5EF4-FFF2-40B4-BE49-F238E27FC236}">
                    <a16:creationId xmlns:a16="http://schemas.microsoft.com/office/drawing/2014/main" id="{77CC4F08-307D-D8A9-BB95-B558025DB2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10746" y="4126223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4" name="Picture 6">
                <a:extLst>
                  <a:ext uri="{FF2B5EF4-FFF2-40B4-BE49-F238E27FC236}">
                    <a16:creationId xmlns:a16="http://schemas.microsoft.com/office/drawing/2014/main" id="{3840EA89-E3C1-B33E-3A68-A0D565828F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85323" y="4135265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5" name="Picture 6">
                <a:extLst>
                  <a:ext uri="{FF2B5EF4-FFF2-40B4-BE49-F238E27FC236}">
                    <a16:creationId xmlns:a16="http://schemas.microsoft.com/office/drawing/2014/main" id="{6B0B7787-94AE-2551-154B-4E65DEFE5B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80351" y="4257715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6" name="Picture 6">
                <a:extLst>
                  <a:ext uri="{FF2B5EF4-FFF2-40B4-BE49-F238E27FC236}">
                    <a16:creationId xmlns:a16="http://schemas.microsoft.com/office/drawing/2014/main" id="{D437E409-75AD-8F02-5239-17A57BC2BD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90875" y="4259602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7" name="Picture 6">
                <a:extLst>
                  <a:ext uri="{FF2B5EF4-FFF2-40B4-BE49-F238E27FC236}">
                    <a16:creationId xmlns:a16="http://schemas.microsoft.com/office/drawing/2014/main" id="{FA0DEC06-5DA4-DCF0-B096-4E850E659FE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04342" y="4283531"/>
                <a:ext cx="204690" cy="1965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8" name="Picture 6">
                <a:extLst>
                  <a:ext uri="{FF2B5EF4-FFF2-40B4-BE49-F238E27FC236}">
                    <a16:creationId xmlns:a16="http://schemas.microsoft.com/office/drawing/2014/main" id="{CBD29508-A988-C5B1-8BB8-D37529D867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11040" y="4365329"/>
                <a:ext cx="224881" cy="215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99" name="Picture 6">
                <a:extLst>
                  <a:ext uri="{FF2B5EF4-FFF2-40B4-BE49-F238E27FC236}">
                    <a16:creationId xmlns:a16="http://schemas.microsoft.com/office/drawing/2014/main" id="{8D6778F8-876E-898C-8E07-6AAC485266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4325" y="4384040"/>
                <a:ext cx="224881" cy="215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0" name="Picture 6">
                <a:extLst>
                  <a:ext uri="{FF2B5EF4-FFF2-40B4-BE49-F238E27FC236}">
                    <a16:creationId xmlns:a16="http://schemas.microsoft.com/office/drawing/2014/main" id="{9565B7EA-DA1E-FE93-2412-C9A97CB3AF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00463" y="4390056"/>
                <a:ext cx="224881" cy="2159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1" name="Picture 6">
                <a:extLst>
                  <a:ext uri="{FF2B5EF4-FFF2-40B4-BE49-F238E27FC236}">
                    <a16:creationId xmlns:a16="http://schemas.microsoft.com/office/drawing/2014/main" id="{A1B5965B-C5B5-D9F3-3302-E4BA5FC9C49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08399" y="4475858"/>
                <a:ext cx="275982" cy="26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2" name="Picture 6">
                <a:extLst>
                  <a:ext uri="{FF2B5EF4-FFF2-40B4-BE49-F238E27FC236}">
                    <a16:creationId xmlns:a16="http://schemas.microsoft.com/office/drawing/2014/main" id="{861703D9-5BF7-3D26-AEEA-F5469CCC47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56696" y="4504211"/>
                <a:ext cx="275982" cy="26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3" name="Picture 6">
                <a:extLst>
                  <a:ext uri="{FF2B5EF4-FFF2-40B4-BE49-F238E27FC236}">
                    <a16:creationId xmlns:a16="http://schemas.microsoft.com/office/drawing/2014/main" id="{2D980C2C-6C97-DEE5-F9C9-403727B6DA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69388" y="4536046"/>
                <a:ext cx="275982" cy="264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4" name="Picture 6">
                <a:extLst>
                  <a:ext uri="{FF2B5EF4-FFF2-40B4-BE49-F238E27FC236}">
                    <a16:creationId xmlns:a16="http://schemas.microsoft.com/office/drawing/2014/main" id="{6E2FC5C9-B196-65B1-CA69-8D49DFCAE7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087521" y="4627859"/>
                <a:ext cx="300527" cy="288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5" name="Picture 6">
                <a:extLst>
                  <a:ext uri="{FF2B5EF4-FFF2-40B4-BE49-F238E27FC236}">
                    <a16:creationId xmlns:a16="http://schemas.microsoft.com/office/drawing/2014/main" id="{DC45654A-30A2-C529-5619-2B799FB227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82169" y="4643120"/>
                <a:ext cx="300527" cy="288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6" name="Picture 6">
                <a:extLst>
                  <a:ext uri="{FF2B5EF4-FFF2-40B4-BE49-F238E27FC236}">
                    <a16:creationId xmlns:a16="http://schemas.microsoft.com/office/drawing/2014/main" id="{3BBDB089-B95B-7DD8-E060-4ACAA21872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45151" y="4729851"/>
                <a:ext cx="300527" cy="288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7" name="Picture 6">
                <a:extLst>
                  <a:ext uri="{FF2B5EF4-FFF2-40B4-BE49-F238E27FC236}">
                    <a16:creationId xmlns:a16="http://schemas.microsoft.com/office/drawing/2014/main" id="{4ECC5C11-DFBA-D719-6914-B8A128A7619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47806" y="4823460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8" name="Picture 6">
                <a:extLst>
                  <a:ext uri="{FF2B5EF4-FFF2-40B4-BE49-F238E27FC236}">
                    <a16:creationId xmlns:a16="http://schemas.microsoft.com/office/drawing/2014/main" id="{099F5A50-C978-70AD-3DA4-E4DCD94574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01605" y="4828882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09" name="Picture 6">
                <a:extLst>
                  <a:ext uri="{FF2B5EF4-FFF2-40B4-BE49-F238E27FC236}">
                    <a16:creationId xmlns:a16="http://schemas.microsoft.com/office/drawing/2014/main" id="{AF356C15-CF34-E52B-462F-16913242A2B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8642" y="4881287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0" name="Picture 6">
                <a:extLst>
                  <a:ext uri="{FF2B5EF4-FFF2-40B4-BE49-F238E27FC236}">
                    <a16:creationId xmlns:a16="http://schemas.microsoft.com/office/drawing/2014/main" id="{600D5EAA-FB58-237F-D4DB-F8805AB65C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97445" y="5026937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1" name="Picture 6">
                <a:extLst>
                  <a:ext uri="{FF2B5EF4-FFF2-40B4-BE49-F238E27FC236}">
                    <a16:creationId xmlns:a16="http://schemas.microsoft.com/office/drawing/2014/main" id="{33AA0097-8EC1-F206-4639-5C2BFB3C71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15825" y="5043504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2" name="Picture 6">
                <a:extLst>
                  <a:ext uri="{FF2B5EF4-FFF2-40B4-BE49-F238E27FC236}">
                    <a16:creationId xmlns:a16="http://schemas.microsoft.com/office/drawing/2014/main" id="{3541C5A4-E597-E79A-6EA6-7943014C43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71933" y="5073040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3" name="Picture 6">
                <a:extLst>
                  <a:ext uri="{FF2B5EF4-FFF2-40B4-BE49-F238E27FC236}">
                    <a16:creationId xmlns:a16="http://schemas.microsoft.com/office/drawing/2014/main" id="{89BC9E02-CA01-5BF6-B573-F08CCA56D9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360570" y="5223750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4" name="Picture 6">
                <a:extLst>
                  <a:ext uri="{FF2B5EF4-FFF2-40B4-BE49-F238E27FC236}">
                    <a16:creationId xmlns:a16="http://schemas.microsoft.com/office/drawing/2014/main" id="{1180A428-98C8-D0E8-F82A-AFA9CEFC155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01002" y="5267638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5" name="Picture 6">
                <a:extLst>
                  <a:ext uri="{FF2B5EF4-FFF2-40B4-BE49-F238E27FC236}">
                    <a16:creationId xmlns:a16="http://schemas.microsoft.com/office/drawing/2014/main" id="{B2CDFCCF-3D93-C295-2D81-E733B5D5EA4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50340" y="5264166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6" name="Picture 6">
                <a:extLst>
                  <a:ext uri="{FF2B5EF4-FFF2-40B4-BE49-F238E27FC236}">
                    <a16:creationId xmlns:a16="http://schemas.microsoft.com/office/drawing/2014/main" id="{838C91A4-A810-8BF2-CA56-DD2631FCF70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9763" y="5415131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7" name="Picture 6">
                <a:extLst>
                  <a:ext uri="{FF2B5EF4-FFF2-40B4-BE49-F238E27FC236}">
                    <a16:creationId xmlns:a16="http://schemas.microsoft.com/office/drawing/2014/main" id="{8F0BD5FC-464A-70F7-DF01-7F255DF1C0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36195" y="5431468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18" name="Picture 6">
                <a:extLst>
                  <a:ext uri="{FF2B5EF4-FFF2-40B4-BE49-F238E27FC236}">
                    <a16:creationId xmlns:a16="http://schemas.microsoft.com/office/drawing/2014/main" id="{65A671AB-C3FF-1C26-C3FF-A1595BE8D7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79959" y="5460476"/>
                <a:ext cx="324511" cy="31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21" name="Pentágono 1119">
              <a:extLst>
                <a:ext uri="{FF2B5EF4-FFF2-40B4-BE49-F238E27FC236}">
                  <a16:creationId xmlns:a16="http://schemas.microsoft.com/office/drawing/2014/main" id="{32C07D6F-E47C-08C7-CBFB-686C0F6D4773}"/>
                </a:ext>
              </a:extLst>
            </p:cNvPr>
            <p:cNvSpPr/>
            <p:nvPr/>
          </p:nvSpPr>
          <p:spPr>
            <a:xfrm flipH="1">
              <a:off x="6086923" y="3918805"/>
              <a:ext cx="852565" cy="2630804"/>
            </a:xfrm>
            <a:custGeom>
              <a:avLst/>
              <a:gdLst>
                <a:gd name="connsiteX0" fmla="*/ 0 w 155153"/>
                <a:gd name="connsiteY0" fmla="*/ 100900 h 264160"/>
                <a:gd name="connsiteX1" fmla="*/ 77577 w 155153"/>
                <a:gd name="connsiteY1" fmla="*/ 0 h 264160"/>
                <a:gd name="connsiteX2" fmla="*/ 155153 w 155153"/>
                <a:gd name="connsiteY2" fmla="*/ 100900 h 264160"/>
                <a:gd name="connsiteX3" fmla="*/ 125521 w 155153"/>
                <a:gd name="connsiteY3" fmla="*/ 264159 h 264160"/>
                <a:gd name="connsiteX4" fmla="*/ 29632 w 155153"/>
                <a:gd name="connsiteY4" fmla="*/ 264159 h 264160"/>
                <a:gd name="connsiteX5" fmla="*/ 0 w 155153"/>
                <a:gd name="connsiteY5" fmla="*/ 100900 h 264160"/>
                <a:gd name="connsiteX0" fmla="*/ 0 w 155153"/>
                <a:gd name="connsiteY0" fmla="*/ 299020 h 462279"/>
                <a:gd name="connsiteX1" fmla="*/ 90277 w 155153"/>
                <a:gd name="connsiteY1" fmla="*/ 0 h 462279"/>
                <a:gd name="connsiteX2" fmla="*/ 155153 w 155153"/>
                <a:gd name="connsiteY2" fmla="*/ 299020 h 462279"/>
                <a:gd name="connsiteX3" fmla="*/ 125521 w 155153"/>
                <a:gd name="connsiteY3" fmla="*/ 462279 h 462279"/>
                <a:gd name="connsiteX4" fmla="*/ 29632 w 155153"/>
                <a:gd name="connsiteY4" fmla="*/ 462279 h 462279"/>
                <a:gd name="connsiteX5" fmla="*/ 0 w 155153"/>
                <a:gd name="connsiteY5" fmla="*/ 299020 h 462279"/>
                <a:gd name="connsiteX0" fmla="*/ 0 w 125521"/>
                <a:gd name="connsiteY0" fmla="*/ 299020 h 462279"/>
                <a:gd name="connsiteX1" fmla="*/ 90277 w 125521"/>
                <a:gd name="connsiteY1" fmla="*/ 0 h 462279"/>
                <a:gd name="connsiteX2" fmla="*/ 99273 w 125521"/>
                <a:gd name="connsiteY2" fmla="*/ 174560 h 462279"/>
                <a:gd name="connsiteX3" fmla="*/ 125521 w 125521"/>
                <a:gd name="connsiteY3" fmla="*/ 462279 h 462279"/>
                <a:gd name="connsiteX4" fmla="*/ 29632 w 125521"/>
                <a:gd name="connsiteY4" fmla="*/ 462279 h 462279"/>
                <a:gd name="connsiteX5" fmla="*/ 0 w 125521"/>
                <a:gd name="connsiteY5" fmla="*/ 299020 h 462279"/>
                <a:gd name="connsiteX0" fmla="*/ 0 w 173781"/>
                <a:gd name="connsiteY0" fmla="*/ 438720 h 462279"/>
                <a:gd name="connsiteX1" fmla="*/ 138537 w 173781"/>
                <a:gd name="connsiteY1" fmla="*/ 0 h 462279"/>
                <a:gd name="connsiteX2" fmla="*/ 147533 w 173781"/>
                <a:gd name="connsiteY2" fmla="*/ 174560 h 462279"/>
                <a:gd name="connsiteX3" fmla="*/ 173781 w 173781"/>
                <a:gd name="connsiteY3" fmla="*/ 462279 h 462279"/>
                <a:gd name="connsiteX4" fmla="*/ 77892 w 173781"/>
                <a:gd name="connsiteY4" fmla="*/ 462279 h 462279"/>
                <a:gd name="connsiteX5" fmla="*/ 0 w 173781"/>
                <a:gd name="connsiteY5" fmla="*/ 438720 h 462279"/>
                <a:gd name="connsiteX0" fmla="*/ 0 w 862121"/>
                <a:gd name="connsiteY0" fmla="*/ 1934780 h 1934780"/>
                <a:gd name="connsiteX1" fmla="*/ 826877 w 862121"/>
                <a:gd name="connsiteY1" fmla="*/ 0 h 1934780"/>
                <a:gd name="connsiteX2" fmla="*/ 835873 w 862121"/>
                <a:gd name="connsiteY2" fmla="*/ 174560 h 1934780"/>
                <a:gd name="connsiteX3" fmla="*/ 862121 w 862121"/>
                <a:gd name="connsiteY3" fmla="*/ 462279 h 1934780"/>
                <a:gd name="connsiteX4" fmla="*/ 766232 w 862121"/>
                <a:gd name="connsiteY4" fmla="*/ 462279 h 1934780"/>
                <a:gd name="connsiteX5" fmla="*/ 0 w 862121"/>
                <a:gd name="connsiteY5" fmla="*/ 1934780 h 1934780"/>
                <a:gd name="connsiteX0" fmla="*/ 16088 w 878209"/>
                <a:gd name="connsiteY0" fmla="*/ 1934780 h 2209799"/>
                <a:gd name="connsiteX1" fmla="*/ 842965 w 878209"/>
                <a:gd name="connsiteY1" fmla="*/ 0 h 2209799"/>
                <a:gd name="connsiteX2" fmla="*/ 851961 w 878209"/>
                <a:gd name="connsiteY2" fmla="*/ 174560 h 2209799"/>
                <a:gd name="connsiteX3" fmla="*/ 878209 w 878209"/>
                <a:gd name="connsiteY3" fmla="*/ 462279 h 2209799"/>
                <a:gd name="connsiteX4" fmla="*/ 0 w 878209"/>
                <a:gd name="connsiteY4" fmla="*/ 2209799 h 2209799"/>
                <a:gd name="connsiteX5" fmla="*/ 16088 w 878209"/>
                <a:gd name="connsiteY5" fmla="*/ 1934780 h 2209799"/>
                <a:gd name="connsiteX0" fmla="*/ 16088 w 851961"/>
                <a:gd name="connsiteY0" fmla="*/ 1934780 h 2651759"/>
                <a:gd name="connsiteX1" fmla="*/ 842965 w 851961"/>
                <a:gd name="connsiteY1" fmla="*/ 0 h 2651759"/>
                <a:gd name="connsiteX2" fmla="*/ 851961 w 851961"/>
                <a:gd name="connsiteY2" fmla="*/ 174560 h 2651759"/>
                <a:gd name="connsiteX3" fmla="*/ 131449 w 851961"/>
                <a:gd name="connsiteY3" fmla="*/ 2651759 h 2651759"/>
                <a:gd name="connsiteX4" fmla="*/ 0 w 851961"/>
                <a:gd name="connsiteY4" fmla="*/ 2209799 h 2651759"/>
                <a:gd name="connsiteX5" fmla="*/ 16088 w 851961"/>
                <a:gd name="connsiteY5" fmla="*/ 1934780 h 2651759"/>
                <a:gd name="connsiteX0" fmla="*/ 16088 w 842965"/>
                <a:gd name="connsiteY0" fmla="*/ 1934780 h 2651759"/>
                <a:gd name="connsiteX1" fmla="*/ 842965 w 842965"/>
                <a:gd name="connsiteY1" fmla="*/ 0 h 2651759"/>
                <a:gd name="connsiteX2" fmla="*/ 834816 w 842965"/>
                <a:gd name="connsiteY2" fmla="*/ 191705 h 2651759"/>
                <a:gd name="connsiteX3" fmla="*/ 131449 w 842965"/>
                <a:gd name="connsiteY3" fmla="*/ 2651759 h 2651759"/>
                <a:gd name="connsiteX4" fmla="*/ 0 w 842965"/>
                <a:gd name="connsiteY4" fmla="*/ 2209799 h 2651759"/>
                <a:gd name="connsiteX5" fmla="*/ 16088 w 842965"/>
                <a:gd name="connsiteY5" fmla="*/ 1934780 h 2651759"/>
                <a:gd name="connsiteX0" fmla="*/ 16088 w 834816"/>
                <a:gd name="connsiteY0" fmla="*/ 1915730 h 2632709"/>
                <a:gd name="connsiteX1" fmla="*/ 831712 w 834816"/>
                <a:gd name="connsiteY1" fmla="*/ 0 h 2632709"/>
                <a:gd name="connsiteX2" fmla="*/ 834816 w 834816"/>
                <a:gd name="connsiteY2" fmla="*/ 172655 h 2632709"/>
                <a:gd name="connsiteX3" fmla="*/ 131449 w 834816"/>
                <a:gd name="connsiteY3" fmla="*/ 2632709 h 2632709"/>
                <a:gd name="connsiteX4" fmla="*/ 0 w 834816"/>
                <a:gd name="connsiteY4" fmla="*/ 2190749 h 2632709"/>
                <a:gd name="connsiteX5" fmla="*/ 16088 w 834816"/>
                <a:gd name="connsiteY5" fmla="*/ 1915730 h 2632709"/>
                <a:gd name="connsiteX0" fmla="*/ 16088 w 834816"/>
                <a:gd name="connsiteY0" fmla="*/ 1908110 h 2625089"/>
                <a:gd name="connsiteX1" fmla="*/ 831712 w 834816"/>
                <a:gd name="connsiteY1" fmla="*/ 0 h 2625089"/>
                <a:gd name="connsiteX2" fmla="*/ 834816 w 834816"/>
                <a:gd name="connsiteY2" fmla="*/ 165035 h 2625089"/>
                <a:gd name="connsiteX3" fmla="*/ 131449 w 834816"/>
                <a:gd name="connsiteY3" fmla="*/ 2625089 h 2625089"/>
                <a:gd name="connsiteX4" fmla="*/ 0 w 834816"/>
                <a:gd name="connsiteY4" fmla="*/ 2183129 h 2625089"/>
                <a:gd name="connsiteX5" fmla="*/ 16088 w 834816"/>
                <a:gd name="connsiteY5" fmla="*/ 1908110 h 2625089"/>
                <a:gd name="connsiteX0" fmla="*/ 16088 w 834816"/>
                <a:gd name="connsiteY0" fmla="*/ 1921445 h 2638424"/>
                <a:gd name="connsiteX1" fmla="*/ 833587 w 834816"/>
                <a:gd name="connsiteY1" fmla="*/ 0 h 2638424"/>
                <a:gd name="connsiteX2" fmla="*/ 834816 w 834816"/>
                <a:gd name="connsiteY2" fmla="*/ 178370 h 2638424"/>
                <a:gd name="connsiteX3" fmla="*/ 131449 w 834816"/>
                <a:gd name="connsiteY3" fmla="*/ 2638424 h 2638424"/>
                <a:gd name="connsiteX4" fmla="*/ 0 w 834816"/>
                <a:gd name="connsiteY4" fmla="*/ 2196464 h 2638424"/>
                <a:gd name="connsiteX5" fmla="*/ 16088 w 834816"/>
                <a:gd name="connsiteY5" fmla="*/ 1921445 h 2638424"/>
                <a:gd name="connsiteX0" fmla="*/ 16088 w 839326"/>
                <a:gd name="connsiteY0" fmla="*/ 1913825 h 2630804"/>
                <a:gd name="connsiteX1" fmla="*/ 839214 w 839326"/>
                <a:gd name="connsiteY1" fmla="*/ 0 h 2630804"/>
                <a:gd name="connsiteX2" fmla="*/ 834816 w 839326"/>
                <a:gd name="connsiteY2" fmla="*/ 170750 h 2630804"/>
                <a:gd name="connsiteX3" fmla="*/ 131449 w 839326"/>
                <a:gd name="connsiteY3" fmla="*/ 2630804 h 2630804"/>
                <a:gd name="connsiteX4" fmla="*/ 0 w 839326"/>
                <a:gd name="connsiteY4" fmla="*/ 2188844 h 2630804"/>
                <a:gd name="connsiteX5" fmla="*/ 16088 w 839326"/>
                <a:gd name="connsiteY5" fmla="*/ 1913825 h 2630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9326" h="2630804">
                  <a:moveTo>
                    <a:pt x="16088" y="1913825"/>
                  </a:moveTo>
                  <a:lnTo>
                    <a:pt x="839214" y="0"/>
                  </a:lnTo>
                  <a:cubicBezTo>
                    <a:pt x="840249" y="57552"/>
                    <a:pt x="833781" y="113198"/>
                    <a:pt x="834816" y="170750"/>
                  </a:cubicBezTo>
                  <a:lnTo>
                    <a:pt x="131449" y="2630804"/>
                  </a:lnTo>
                  <a:lnTo>
                    <a:pt x="0" y="2188844"/>
                  </a:lnTo>
                  <a:lnTo>
                    <a:pt x="16088" y="1913825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123" name="Pentágono 1119">
              <a:extLst>
                <a:ext uri="{FF2B5EF4-FFF2-40B4-BE49-F238E27FC236}">
                  <a16:creationId xmlns:a16="http://schemas.microsoft.com/office/drawing/2014/main" id="{E13E4D7A-BC3F-CC43-4D26-AE859B605F68}"/>
                </a:ext>
              </a:extLst>
            </p:cNvPr>
            <p:cNvSpPr/>
            <p:nvPr/>
          </p:nvSpPr>
          <p:spPr>
            <a:xfrm flipH="1">
              <a:off x="6800216" y="5808248"/>
              <a:ext cx="2505089" cy="761429"/>
            </a:xfrm>
            <a:custGeom>
              <a:avLst/>
              <a:gdLst>
                <a:gd name="connsiteX0" fmla="*/ 0 w 155153"/>
                <a:gd name="connsiteY0" fmla="*/ 100900 h 264160"/>
                <a:gd name="connsiteX1" fmla="*/ 77577 w 155153"/>
                <a:gd name="connsiteY1" fmla="*/ 0 h 264160"/>
                <a:gd name="connsiteX2" fmla="*/ 155153 w 155153"/>
                <a:gd name="connsiteY2" fmla="*/ 100900 h 264160"/>
                <a:gd name="connsiteX3" fmla="*/ 125521 w 155153"/>
                <a:gd name="connsiteY3" fmla="*/ 264159 h 264160"/>
                <a:gd name="connsiteX4" fmla="*/ 29632 w 155153"/>
                <a:gd name="connsiteY4" fmla="*/ 264159 h 264160"/>
                <a:gd name="connsiteX5" fmla="*/ 0 w 155153"/>
                <a:gd name="connsiteY5" fmla="*/ 100900 h 264160"/>
                <a:gd name="connsiteX0" fmla="*/ 0 w 155153"/>
                <a:gd name="connsiteY0" fmla="*/ 299020 h 462279"/>
                <a:gd name="connsiteX1" fmla="*/ 90277 w 155153"/>
                <a:gd name="connsiteY1" fmla="*/ 0 h 462279"/>
                <a:gd name="connsiteX2" fmla="*/ 155153 w 155153"/>
                <a:gd name="connsiteY2" fmla="*/ 299020 h 462279"/>
                <a:gd name="connsiteX3" fmla="*/ 125521 w 155153"/>
                <a:gd name="connsiteY3" fmla="*/ 462279 h 462279"/>
                <a:gd name="connsiteX4" fmla="*/ 29632 w 155153"/>
                <a:gd name="connsiteY4" fmla="*/ 462279 h 462279"/>
                <a:gd name="connsiteX5" fmla="*/ 0 w 155153"/>
                <a:gd name="connsiteY5" fmla="*/ 299020 h 462279"/>
                <a:gd name="connsiteX0" fmla="*/ 0 w 125521"/>
                <a:gd name="connsiteY0" fmla="*/ 299020 h 462279"/>
                <a:gd name="connsiteX1" fmla="*/ 90277 w 125521"/>
                <a:gd name="connsiteY1" fmla="*/ 0 h 462279"/>
                <a:gd name="connsiteX2" fmla="*/ 99273 w 125521"/>
                <a:gd name="connsiteY2" fmla="*/ 174560 h 462279"/>
                <a:gd name="connsiteX3" fmla="*/ 125521 w 125521"/>
                <a:gd name="connsiteY3" fmla="*/ 462279 h 462279"/>
                <a:gd name="connsiteX4" fmla="*/ 29632 w 125521"/>
                <a:gd name="connsiteY4" fmla="*/ 462279 h 462279"/>
                <a:gd name="connsiteX5" fmla="*/ 0 w 125521"/>
                <a:gd name="connsiteY5" fmla="*/ 299020 h 462279"/>
                <a:gd name="connsiteX0" fmla="*/ 0 w 173781"/>
                <a:gd name="connsiteY0" fmla="*/ 438720 h 462279"/>
                <a:gd name="connsiteX1" fmla="*/ 138537 w 173781"/>
                <a:gd name="connsiteY1" fmla="*/ 0 h 462279"/>
                <a:gd name="connsiteX2" fmla="*/ 147533 w 173781"/>
                <a:gd name="connsiteY2" fmla="*/ 174560 h 462279"/>
                <a:gd name="connsiteX3" fmla="*/ 173781 w 173781"/>
                <a:gd name="connsiteY3" fmla="*/ 462279 h 462279"/>
                <a:gd name="connsiteX4" fmla="*/ 77892 w 173781"/>
                <a:gd name="connsiteY4" fmla="*/ 462279 h 462279"/>
                <a:gd name="connsiteX5" fmla="*/ 0 w 173781"/>
                <a:gd name="connsiteY5" fmla="*/ 438720 h 462279"/>
                <a:gd name="connsiteX0" fmla="*/ 0 w 862121"/>
                <a:gd name="connsiteY0" fmla="*/ 1934780 h 1934780"/>
                <a:gd name="connsiteX1" fmla="*/ 826877 w 862121"/>
                <a:gd name="connsiteY1" fmla="*/ 0 h 1934780"/>
                <a:gd name="connsiteX2" fmla="*/ 835873 w 862121"/>
                <a:gd name="connsiteY2" fmla="*/ 174560 h 1934780"/>
                <a:gd name="connsiteX3" fmla="*/ 862121 w 862121"/>
                <a:gd name="connsiteY3" fmla="*/ 462279 h 1934780"/>
                <a:gd name="connsiteX4" fmla="*/ 766232 w 862121"/>
                <a:gd name="connsiteY4" fmla="*/ 462279 h 1934780"/>
                <a:gd name="connsiteX5" fmla="*/ 0 w 862121"/>
                <a:gd name="connsiteY5" fmla="*/ 1934780 h 1934780"/>
                <a:gd name="connsiteX0" fmla="*/ 16088 w 878209"/>
                <a:gd name="connsiteY0" fmla="*/ 1934780 h 2209799"/>
                <a:gd name="connsiteX1" fmla="*/ 842965 w 878209"/>
                <a:gd name="connsiteY1" fmla="*/ 0 h 2209799"/>
                <a:gd name="connsiteX2" fmla="*/ 851961 w 878209"/>
                <a:gd name="connsiteY2" fmla="*/ 174560 h 2209799"/>
                <a:gd name="connsiteX3" fmla="*/ 878209 w 878209"/>
                <a:gd name="connsiteY3" fmla="*/ 462279 h 2209799"/>
                <a:gd name="connsiteX4" fmla="*/ 0 w 878209"/>
                <a:gd name="connsiteY4" fmla="*/ 2209799 h 2209799"/>
                <a:gd name="connsiteX5" fmla="*/ 16088 w 878209"/>
                <a:gd name="connsiteY5" fmla="*/ 1934780 h 2209799"/>
                <a:gd name="connsiteX0" fmla="*/ 16088 w 851961"/>
                <a:gd name="connsiteY0" fmla="*/ 1934780 h 2651759"/>
                <a:gd name="connsiteX1" fmla="*/ 842965 w 851961"/>
                <a:gd name="connsiteY1" fmla="*/ 0 h 2651759"/>
                <a:gd name="connsiteX2" fmla="*/ 851961 w 851961"/>
                <a:gd name="connsiteY2" fmla="*/ 174560 h 2651759"/>
                <a:gd name="connsiteX3" fmla="*/ 131449 w 851961"/>
                <a:gd name="connsiteY3" fmla="*/ 2651759 h 2651759"/>
                <a:gd name="connsiteX4" fmla="*/ 0 w 851961"/>
                <a:gd name="connsiteY4" fmla="*/ 2209799 h 2651759"/>
                <a:gd name="connsiteX5" fmla="*/ 16088 w 851961"/>
                <a:gd name="connsiteY5" fmla="*/ 1934780 h 2651759"/>
                <a:gd name="connsiteX0" fmla="*/ 16088 w 842965"/>
                <a:gd name="connsiteY0" fmla="*/ 1934780 h 2651759"/>
                <a:gd name="connsiteX1" fmla="*/ 842965 w 842965"/>
                <a:gd name="connsiteY1" fmla="*/ 0 h 2651759"/>
                <a:gd name="connsiteX2" fmla="*/ 834816 w 842965"/>
                <a:gd name="connsiteY2" fmla="*/ 191705 h 2651759"/>
                <a:gd name="connsiteX3" fmla="*/ 131449 w 842965"/>
                <a:gd name="connsiteY3" fmla="*/ 2651759 h 2651759"/>
                <a:gd name="connsiteX4" fmla="*/ 0 w 842965"/>
                <a:gd name="connsiteY4" fmla="*/ 2209799 h 2651759"/>
                <a:gd name="connsiteX5" fmla="*/ 16088 w 842965"/>
                <a:gd name="connsiteY5" fmla="*/ 1934780 h 2651759"/>
                <a:gd name="connsiteX0" fmla="*/ 0 w 1492357"/>
                <a:gd name="connsiteY0" fmla="*/ 1843340 h 2651759"/>
                <a:gd name="connsiteX1" fmla="*/ 1492357 w 1492357"/>
                <a:gd name="connsiteY1" fmla="*/ 0 h 2651759"/>
                <a:gd name="connsiteX2" fmla="*/ 1484208 w 1492357"/>
                <a:gd name="connsiteY2" fmla="*/ 191705 h 2651759"/>
                <a:gd name="connsiteX3" fmla="*/ 780841 w 1492357"/>
                <a:gd name="connsiteY3" fmla="*/ 2651759 h 2651759"/>
                <a:gd name="connsiteX4" fmla="*/ 649392 w 1492357"/>
                <a:gd name="connsiteY4" fmla="*/ 2209799 h 2651759"/>
                <a:gd name="connsiteX5" fmla="*/ 0 w 1492357"/>
                <a:gd name="connsiteY5" fmla="*/ 1843340 h 2651759"/>
                <a:gd name="connsiteX0" fmla="*/ 0 w 1492357"/>
                <a:gd name="connsiteY0" fmla="*/ 1843340 h 2651759"/>
                <a:gd name="connsiteX1" fmla="*/ 1492357 w 1492357"/>
                <a:gd name="connsiteY1" fmla="*/ 0 h 2651759"/>
                <a:gd name="connsiteX2" fmla="*/ 1484208 w 1492357"/>
                <a:gd name="connsiteY2" fmla="*/ 191705 h 2651759"/>
                <a:gd name="connsiteX3" fmla="*/ 780841 w 1492357"/>
                <a:gd name="connsiteY3" fmla="*/ 2651759 h 2651759"/>
                <a:gd name="connsiteX4" fmla="*/ 19472 w 1492357"/>
                <a:gd name="connsiteY4" fmla="*/ 2529839 h 2651759"/>
                <a:gd name="connsiteX5" fmla="*/ 0 w 1492357"/>
                <a:gd name="connsiteY5" fmla="*/ 1843340 h 2651759"/>
                <a:gd name="connsiteX0" fmla="*/ 0 w 2553761"/>
                <a:gd name="connsiteY0" fmla="*/ 1843340 h 2570479"/>
                <a:gd name="connsiteX1" fmla="*/ 1492357 w 2553761"/>
                <a:gd name="connsiteY1" fmla="*/ 0 h 2570479"/>
                <a:gd name="connsiteX2" fmla="*/ 1484208 w 2553761"/>
                <a:gd name="connsiteY2" fmla="*/ 191705 h 2570479"/>
                <a:gd name="connsiteX3" fmla="*/ 2553761 w 2553761"/>
                <a:gd name="connsiteY3" fmla="*/ 2570479 h 2570479"/>
                <a:gd name="connsiteX4" fmla="*/ 19472 w 2553761"/>
                <a:gd name="connsiteY4" fmla="*/ 2529839 h 2570479"/>
                <a:gd name="connsiteX5" fmla="*/ 0 w 2553761"/>
                <a:gd name="connsiteY5" fmla="*/ 1843340 h 2570479"/>
                <a:gd name="connsiteX0" fmla="*/ 0 w 2553761"/>
                <a:gd name="connsiteY0" fmla="*/ 1843340 h 2570479"/>
                <a:gd name="connsiteX1" fmla="*/ 1492357 w 2553761"/>
                <a:gd name="connsiteY1" fmla="*/ 0 h 2570479"/>
                <a:gd name="connsiteX2" fmla="*/ 2368128 w 2553761"/>
                <a:gd name="connsiteY2" fmla="*/ 2157665 h 2570479"/>
                <a:gd name="connsiteX3" fmla="*/ 2553761 w 2553761"/>
                <a:gd name="connsiteY3" fmla="*/ 2570479 h 2570479"/>
                <a:gd name="connsiteX4" fmla="*/ 19472 w 2553761"/>
                <a:gd name="connsiteY4" fmla="*/ 2529839 h 2570479"/>
                <a:gd name="connsiteX5" fmla="*/ 0 w 2553761"/>
                <a:gd name="connsiteY5" fmla="*/ 1843340 h 2570479"/>
                <a:gd name="connsiteX0" fmla="*/ 0 w 2553761"/>
                <a:gd name="connsiteY0" fmla="*/ 0 h 727139"/>
                <a:gd name="connsiteX1" fmla="*/ 2371197 w 2553761"/>
                <a:gd name="connsiteY1" fmla="*/ 26100 h 727139"/>
                <a:gd name="connsiteX2" fmla="*/ 2368128 w 2553761"/>
                <a:gd name="connsiteY2" fmla="*/ 314325 h 727139"/>
                <a:gd name="connsiteX3" fmla="*/ 2553761 w 2553761"/>
                <a:gd name="connsiteY3" fmla="*/ 727139 h 727139"/>
                <a:gd name="connsiteX4" fmla="*/ 19472 w 2553761"/>
                <a:gd name="connsiteY4" fmla="*/ 686499 h 727139"/>
                <a:gd name="connsiteX5" fmla="*/ 0 w 2553761"/>
                <a:gd name="connsiteY5" fmla="*/ 0 h 727139"/>
                <a:gd name="connsiteX0" fmla="*/ 11008 w 2534289"/>
                <a:gd name="connsiteY0" fmla="*/ 0 h 753809"/>
                <a:gd name="connsiteX1" fmla="*/ 2351725 w 2534289"/>
                <a:gd name="connsiteY1" fmla="*/ 52770 h 753809"/>
                <a:gd name="connsiteX2" fmla="*/ 2348656 w 2534289"/>
                <a:gd name="connsiteY2" fmla="*/ 340995 h 753809"/>
                <a:gd name="connsiteX3" fmla="*/ 2534289 w 2534289"/>
                <a:gd name="connsiteY3" fmla="*/ 753809 h 753809"/>
                <a:gd name="connsiteX4" fmla="*/ 0 w 2534289"/>
                <a:gd name="connsiteY4" fmla="*/ 713169 h 753809"/>
                <a:gd name="connsiteX5" fmla="*/ 11008 w 2534289"/>
                <a:gd name="connsiteY5" fmla="*/ 0 h 753809"/>
                <a:gd name="connsiteX0" fmla="*/ 3388 w 2526669"/>
                <a:gd name="connsiteY0" fmla="*/ 0 h 753809"/>
                <a:gd name="connsiteX1" fmla="*/ 2344105 w 2526669"/>
                <a:gd name="connsiteY1" fmla="*/ 52770 h 753809"/>
                <a:gd name="connsiteX2" fmla="*/ 2341036 w 2526669"/>
                <a:gd name="connsiteY2" fmla="*/ 340995 h 753809"/>
                <a:gd name="connsiteX3" fmla="*/ 2526669 w 2526669"/>
                <a:gd name="connsiteY3" fmla="*/ 753809 h 753809"/>
                <a:gd name="connsiteX4" fmla="*/ 0 w 2526669"/>
                <a:gd name="connsiteY4" fmla="*/ 713169 h 753809"/>
                <a:gd name="connsiteX5" fmla="*/ 3388 w 2526669"/>
                <a:gd name="connsiteY5" fmla="*/ 0 h 753809"/>
                <a:gd name="connsiteX0" fmla="*/ 3388 w 2526669"/>
                <a:gd name="connsiteY0" fmla="*/ 0 h 753809"/>
                <a:gd name="connsiteX1" fmla="*/ 2365060 w 2526669"/>
                <a:gd name="connsiteY1" fmla="*/ 37530 h 753809"/>
                <a:gd name="connsiteX2" fmla="*/ 2341036 w 2526669"/>
                <a:gd name="connsiteY2" fmla="*/ 340995 h 753809"/>
                <a:gd name="connsiteX3" fmla="*/ 2526669 w 2526669"/>
                <a:gd name="connsiteY3" fmla="*/ 753809 h 753809"/>
                <a:gd name="connsiteX4" fmla="*/ 0 w 2526669"/>
                <a:gd name="connsiteY4" fmla="*/ 713169 h 753809"/>
                <a:gd name="connsiteX5" fmla="*/ 3388 w 2526669"/>
                <a:gd name="connsiteY5" fmla="*/ 0 h 753809"/>
                <a:gd name="connsiteX0" fmla="*/ 3388 w 2471424"/>
                <a:gd name="connsiteY0" fmla="*/ 0 h 770954"/>
                <a:gd name="connsiteX1" fmla="*/ 2365060 w 2471424"/>
                <a:gd name="connsiteY1" fmla="*/ 37530 h 770954"/>
                <a:gd name="connsiteX2" fmla="*/ 2341036 w 2471424"/>
                <a:gd name="connsiteY2" fmla="*/ 340995 h 770954"/>
                <a:gd name="connsiteX3" fmla="*/ 2471424 w 2471424"/>
                <a:gd name="connsiteY3" fmla="*/ 770954 h 770954"/>
                <a:gd name="connsiteX4" fmla="*/ 0 w 2471424"/>
                <a:gd name="connsiteY4" fmla="*/ 713169 h 770954"/>
                <a:gd name="connsiteX5" fmla="*/ 3388 w 2471424"/>
                <a:gd name="connsiteY5" fmla="*/ 0 h 770954"/>
                <a:gd name="connsiteX0" fmla="*/ 3388 w 2471424"/>
                <a:gd name="connsiteY0" fmla="*/ 0 h 770954"/>
                <a:gd name="connsiteX1" fmla="*/ 2365060 w 2471424"/>
                <a:gd name="connsiteY1" fmla="*/ 37530 h 770954"/>
                <a:gd name="connsiteX2" fmla="*/ 2302936 w 2471424"/>
                <a:gd name="connsiteY2" fmla="*/ 329565 h 770954"/>
                <a:gd name="connsiteX3" fmla="*/ 2471424 w 2471424"/>
                <a:gd name="connsiteY3" fmla="*/ 770954 h 770954"/>
                <a:gd name="connsiteX4" fmla="*/ 0 w 2471424"/>
                <a:gd name="connsiteY4" fmla="*/ 713169 h 770954"/>
                <a:gd name="connsiteX5" fmla="*/ 3388 w 2471424"/>
                <a:gd name="connsiteY5" fmla="*/ 0 h 770954"/>
                <a:gd name="connsiteX0" fmla="*/ 3388 w 2471424"/>
                <a:gd name="connsiteY0" fmla="*/ 0 h 770954"/>
                <a:gd name="connsiteX1" fmla="*/ 2365060 w 2471424"/>
                <a:gd name="connsiteY1" fmla="*/ 37530 h 770954"/>
                <a:gd name="connsiteX2" fmla="*/ 2339131 w 2471424"/>
                <a:gd name="connsiteY2" fmla="*/ 327660 h 770954"/>
                <a:gd name="connsiteX3" fmla="*/ 2471424 w 2471424"/>
                <a:gd name="connsiteY3" fmla="*/ 770954 h 770954"/>
                <a:gd name="connsiteX4" fmla="*/ 0 w 2471424"/>
                <a:gd name="connsiteY4" fmla="*/ 713169 h 770954"/>
                <a:gd name="connsiteX5" fmla="*/ 3388 w 2471424"/>
                <a:gd name="connsiteY5" fmla="*/ 0 h 770954"/>
                <a:gd name="connsiteX0" fmla="*/ 3388 w 2475234"/>
                <a:gd name="connsiteY0" fmla="*/ 0 h 770954"/>
                <a:gd name="connsiteX1" fmla="*/ 2365060 w 2475234"/>
                <a:gd name="connsiteY1" fmla="*/ 37530 h 770954"/>
                <a:gd name="connsiteX2" fmla="*/ 2339131 w 2475234"/>
                <a:gd name="connsiteY2" fmla="*/ 327660 h 770954"/>
                <a:gd name="connsiteX3" fmla="*/ 2475234 w 2475234"/>
                <a:gd name="connsiteY3" fmla="*/ 770954 h 770954"/>
                <a:gd name="connsiteX4" fmla="*/ 0 w 2475234"/>
                <a:gd name="connsiteY4" fmla="*/ 713169 h 770954"/>
                <a:gd name="connsiteX5" fmla="*/ 3388 w 2475234"/>
                <a:gd name="connsiteY5" fmla="*/ 0 h 770954"/>
                <a:gd name="connsiteX0" fmla="*/ 3388 w 2475234"/>
                <a:gd name="connsiteY0" fmla="*/ 0 h 770954"/>
                <a:gd name="connsiteX1" fmla="*/ 2365060 w 2475234"/>
                <a:gd name="connsiteY1" fmla="*/ 37530 h 770954"/>
                <a:gd name="connsiteX2" fmla="*/ 2291496 w 2475234"/>
                <a:gd name="connsiteY2" fmla="*/ 314325 h 770954"/>
                <a:gd name="connsiteX3" fmla="*/ 2475234 w 2475234"/>
                <a:gd name="connsiteY3" fmla="*/ 770954 h 770954"/>
                <a:gd name="connsiteX4" fmla="*/ 0 w 2475234"/>
                <a:gd name="connsiteY4" fmla="*/ 713169 h 770954"/>
                <a:gd name="connsiteX5" fmla="*/ 3388 w 2475234"/>
                <a:gd name="connsiteY5" fmla="*/ 0 h 770954"/>
                <a:gd name="connsiteX0" fmla="*/ 3388 w 2475234"/>
                <a:gd name="connsiteY0" fmla="*/ 0 h 770954"/>
                <a:gd name="connsiteX1" fmla="*/ 2365060 w 2475234"/>
                <a:gd name="connsiteY1" fmla="*/ 37530 h 770954"/>
                <a:gd name="connsiteX2" fmla="*/ 2346460 w 2475234"/>
                <a:gd name="connsiteY2" fmla="*/ 314325 h 770954"/>
                <a:gd name="connsiteX3" fmla="*/ 2475234 w 2475234"/>
                <a:gd name="connsiteY3" fmla="*/ 770954 h 770954"/>
                <a:gd name="connsiteX4" fmla="*/ 0 w 2475234"/>
                <a:gd name="connsiteY4" fmla="*/ 713169 h 770954"/>
                <a:gd name="connsiteX5" fmla="*/ 3388 w 2475234"/>
                <a:gd name="connsiteY5" fmla="*/ 0 h 770954"/>
                <a:gd name="connsiteX0" fmla="*/ 3388 w 2475234"/>
                <a:gd name="connsiteY0" fmla="*/ 0 h 770954"/>
                <a:gd name="connsiteX1" fmla="*/ 2365060 w 2475234"/>
                <a:gd name="connsiteY1" fmla="*/ 37530 h 770954"/>
                <a:gd name="connsiteX2" fmla="*/ 2348292 w 2475234"/>
                <a:gd name="connsiteY2" fmla="*/ 299085 h 770954"/>
                <a:gd name="connsiteX3" fmla="*/ 2475234 w 2475234"/>
                <a:gd name="connsiteY3" fmla="*/ 770954 h 770954"/>
                <a:gd name="connsiteX4" fmla="*/ 0 w 2475234"/>
                <a:gd name="connsiteY4" fmla="*/ 713169 h 770954"/>
                <a:gd name="connsiteX5" fmla="*/ 3388 w 2475234"/>
                <a:gd name="connsiteY5" fmla="*/ 0 h 770954"/>
                <a:gd name="connsiteX0" fmla="*/ 3388 w 2484395"/>
                <a:gd name="connsiteY0" fmla="*/ 0 h 765239"/>
                <a:gd name="connsiteX1" fmla="*/ 2365060 w 2484395"/>
                <a:gd name="connsiteY1" fmla="*/ 37530 h 765239"/>
                <a:gd name="connsiteX2" fmla="*/ 2348292 w 2484395"/>
                <a:gd name="connsiteY2" fmla="*/ 299085 h 765239"/>
                <a:gd name="connsiteX3" fmla="*/ 2484395 w 2484395"/>
                <a:gd name="connsiteY3" fmla="*/ 765239 h 765239"/>
                <a:gd name="connsiteX4" fmla="*/ 0 w 2484395"/>
                <a:gd name="connsiteY4" fmla="*/ 713169 h 765239"/>
                <a:gd name="connsiteX5" fmla="*/ 3388 w 2484395"/>
                <a:gd name="connsiteY5" fmla="*/ 0 h 765239"/>
                <a:gd name="connsiteX0" fmla="*/ 78506 w 2484395"/>
                <a:gd name="connsiteY0" fmla="*/ 0 h 748094"/>
                <a:gd name="connsiteX1" fmla="*/ 2365060 w 2484395"/>
                <a:gd name="connsiteY1" fmla="*/ 20385 h 748094"/>
                <a:gd name="connsiteX2" fmla="*/ 2348292 w 2484395"/>
                <a:gd name="connsiteY2" fmla="*/ 281940 h 748094"/>
                <a:gd name="connsiteX3" fmla="*/ 2484395 w 2484395"/>
                <a:gd name="connsiteY3" fmla="*/ 748094 h 748094"/>
                <a:gd name="connsiteX4" fmla="*/ 0 w 2484395"/>
                <a:gd name="connsiteY4" fmla="*/ 696024 h 748094"/>
                <a:gd name="connsiteX5" fmla="*/ 78506 w 2484395"/>
                <a:gd name="connsiteY5" fmla="*/ 0 h 748094"/>
                <a:gd name="connsiteX0" fmla="*/ 78506 w 2484395"/>
                <a:gd name="connsiteY0" fmla="*/ 0 h 761429"/>
                <a:gd name="connsiteX1" fmla="*/ 2365060 w 2484395"/>
                <a:gd name="connsiteY1" fmla="*/ 33720 h 761429"/>
                <a:gd name="connsiteX2" fmla="*/ 2348292 w 2484395"/>
                <a:gd name="connsiteY2" fmla="*/ 295275 h 761429"/>
                <a:gd name="connsiteX3" fmla="*/ 2484395 w 2484395"/>
                <a:gd name="connsiteY3" fmla="*/ 761429 h 761429"/>
                <a:gd name="connsiteX4" fmla="*/ 0 w 2484395"/>
                <a:gd name="connsiteY4" fmla="*/ 709359 h 761429"/>
                <a:gd name="connsiteX5" fmla="*/ 78506 w 2484395"/>
                <a:gd name="connsiteY5" fmla="*/ 0 h 761429"/>
                <a:gd name="connsiteX0" fmla="*/ 3388 w 2409277"/>
                <a:gd name="connsiteY0" fmla="*/ 0 h 761429"/>
                <a:gd name="connsiteX1" fmla="*/ 2289942 w 2409277"/>
                <a:gd name="connsiteY1" fmla="*/ 33720 h 761429"/>
                <a:gd name="connsiteX2" fmla="*/ 2273174 w 2409277"/>
                <a:gd name="connsiteY2" fmla="*/ 295275 h 761429"/>
                <a:gd name="connsiteX3" fmla="*/ 2409277 w 2409277"/>
                <a:gd name="connsiteY3" fmla="*/ 761429 h 761429"/>
                <a:gd name="connsiteX4" fmla="*/ 0 w 2409277"/>
                <a:gd name="connsiteY4" fmla="*/ 718884 h 761429"/>
                <a:gd name="connsiteX5" fmla="*/ 3388 w 2409277"/>
                <a:gd name="connsiteY5" fmla="*/ 0 h 761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09277" h="761429">
                  <a:moveTo>
                    <a:pt x="3388" y="0"/>
                  </a:moveTo>
                  <a:lnTo>
                    <a:pt x="2289942" y="33720"/>
                  </a:lnTo>
                  <a:lnTo>
                    <a:pt x="2273174" y="295275"/>
                  </a:lnTo>
                  <a:lnTo>
                    <a:pt x="2409277" y="761429"/>
                  </a:lnTo>
                  <a:lnTo>
                    <a:pt x="0" y="718884"/>
                  </a:lnTo>
                  <a:cubicBezTo>
                    <a:pt x="1129" y="481161"/>
                    <a:pt x="2259" y="237723"/>
                    <a:pt x="3388" y="0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161" name="Grupo 1160">
            <a:extLst>
              <a:ext uri="{FF2B5EF4-FFF2-40B4-BE49-F238E27FC236}">
                <a16:creationId xmlns:a16="http://schemas.microsoft.com/office/drawing/2014/main" id="{59BC3D15-42AA-30A2-D010-4B218D63AA9E}"/>
              </a:ext>
            </a:extLst>
          </p:cNvPr>
          <p:cNvGrpSpPr/>
          <p:nvPr/>
        </p:nvGrpSpPr>
        <p:grpSpPr>
          <a:xfrm>
            <a:off x="6716690" y="3823373"/>
            <a:ext cx="1706179" cy="1934734"/>
            <a:chOff x="4014130" y="3823373"/>
            <a:chExt cx="1706179" cy="1934734"/>
          </a:xfrm>
        </p:grpSpPr>
        <p:sp>
          <p:nvSpPr>
            <p:cNvPr id="1134" name="Rectángulo 1133">
              <a:extLst>
                <a:ext uri="{FF2B5EF4-FFF2-40B4-BE49-F238E27FC236}">
                  <a16:creationId xmlns:a16="http://schemas.microsoft.com/office/drawing/2014/main" id="{64298B2D-0FA1-4216-C586-A57C375AD42D}"/>
                </a:ext>
              </a:extLst>
            </p:cNvPr>
            <p:cNvSpPr/>
            <p:nvPr/>
          </p:nvSpPr>
          <p:spPr>
            <a:xfrm>
              <a:off x="4027974" y="3825310"/>
              <a:ext cx="1684875" cy="1932797"/>
            </a:xfrm>
            <a:custGeom>
              <a:avLst/>
              <a:gdLst>
                <a:gd name="connsiteX0" fmla="*/ 0 w 1454534"/>
                <a:gd name="connsiteY0" fmla="*/ 0 h 1700490"/>
                <a:gd name="connsiteX1" fmla="*/ 1454534 w 1454534"/>
                <a:gd name="connsiteY1" fmla="*/ 0 h 1700490"/>
                <a:gd name="connsiteX2" fmla="*/ 1454534 w 1454534"/>
                <a:gd name="connsiteY2" fmla="*/ 1700490 h 1700490"/>
                <a:gd name="connsiteX3" fmla="*/ 0 w 1454534"/>
                <a:gd name="connsiteY3" fmla="*/ 1700490 h 1700490"/>
                <a:gd name="connsiteX4" fmla="*/ 0 w 1454534"/>
                <a:gd name="connsiteY4" fmla="*/ 0 h 1700490"/>
                <a:gd name="connsiteX0" fmla="*/ 1310640 w 1454534"/>
                <a:gd name="connsiteY0" fmla="*/ 36576 h 1700490"/>
                <a:gd name="connsiteX1" fmla="*/ 1454534 w 1454534"/>
                <a:gd name="connsiteY1" fmla="*/ 0 h 1700490"/>
                <a:gd name="connsiteX2" fmla="*/ 1454534 w 1454534"/>
                <a:gd name="connsiteY2" fmla="*/ 1700490 h 1700490"/>
                <a:gd name="connsiteX3" fmla="*/ 0 w 1454534"/>
                <a:gd name="connsiteY3" fmla="*/ 1700490 h 1700490"/>
                <a:gd name="connsiteX4" fmla="*/ 1310640 w 1454534"/>
                <a:gd name="connsiteY4" fmla="*/ 36576 h 1700490"/>
                <a:gd name="connsiteX0" fmla="*/ 1310640 w 1454534"/>
                <a:gd name="connsiteY0" fmla="*/ 36576 h 1810218"/>
                <a:gd name="connsiteX1" fmla="*/ 1454534 w 1454534"/>
                <a:gd name="connsiteY1" fmla="*/ 0 h 1810218"/>
                <a:gd name="connsiteX2" fmla="*/ 284102 w 1454534"/>
                <a:gd name="connsiteY2" fmla="*/ 1810218 h 1810218"/>
                <a:gd name="connsiteX3" fmla="*/ 0 w 1454534"/>
                <a:gd name="connsiteY3" fmla="*/ 1700490 h 1810218"/>
                <a:gd name="connsiteX4" fmla="*/ 1310640 w 1454534"/>
                <a:gd name="connsiteY4" fmla="*/ 36576 h 1810218"/>
                <a:gd name="connsiteX0" fmla="*/ 1450848 w 1594742"/>
                <a:gd name="connsiteY0" fmla="*/ 36576 h 1816314"/>
                <a:gd name="connsiteX1" fmla="*/ 1594742 w 1594742"/>
                <a:gd name="connsiteY1" fmla="*/ 0 h 1816314"/>
                <a:gd name="connsiteX2" fmla="*/ 424310 w 1594742"/>
                <a:gd name="connsiteY2" fmla="*/ 1810218 h 1816314"/>
                <a:gd name="connsiteX3" fmla="*/ 0 w 1594742"/>
                <a:gd name="connsiteY3" fmla="*/ 1816314 h 1816314"/>
                <a:gd name="connsiteX4" fmla="*/ 1450848 w 1594742"/>
                <a:gd name="connsiteY4" fmla="*/ 36576 h 1816314"/>
                <a:gd name="connsiteX0" fmla="*/ 1450848 w 1594742"/>
                <a:gd name="connsiteY0" fmla="*/ 36576 h 1816314"/>
                <a:gd name="connsiteX1" fmla="*/ 1594742 w 1594742"/>
                <a:gd name="connsiteY1" fmla="*/ 0 h 1816314"/>
                <a:gd name="connsiteX2" fmla="*/ 253622 w 1594742"/>
                <a:gd name="connsiteY2" fmla="*/ 1804122 h 1816314"/>
                <a:gd name="connsiteX3" fmla="*/ 0 w 1594742"/>
                <a:gd name="connsiteY3" fmla="*/ 1816314 h 1816314"/>
                <a:gd name="connsiteX4" fmla="*/ 1450848 w 1594742"/>
                <a:gd name="connsiteY4" fmla="*/ 36576 h 1816314"/>
                <a:gd name="connsiteX0" fmla="*/ 1450848 w 1991001"/>
                <a:gd name="connsiteY0" fmla="*/ 0 h 1779738"/>
                <a:gd name="connsiteX1" fmla="*/ 1991001 w 1991001"/>
                <a:gd name="connsiteY1" fmla="*/ 5334 h 1779738"/>
                <a:gd name="connsiteX2" fmla="*/ 253622 w 1991001"/>
                <a:gd name="connsiteY2" fmla="*/ 1767546 h 1779738"/>
                <a:gd name="connsiteX3" fmla="*/ 0 w 1991001"/>
                <a:gd name="connsiteY3" fmla="*/ 1779738 h 1779738"/>
                <a:gd name="connsiteX4" fmla="*/ 1450848 w 1991001"/>
                <a:gd name="connsiteY4" fmla="*/ 0 h 1779738"/>
                <a:gd name="connsiteX0" fmla="*/ 1927302 w 1991001"/>
                <a:gd name="connsiteY0" fmla="*/ 13716 h 1774404"/>
                <a:gd name="connsiteX1" fmla="*/ 1991001 w 1991001"/>
                <a:gd name="connsiteY1" fmla="*/ 0 h 1774404"/>
                <a:gd name="connsiteX2" fmla="*/ 253622 w 1991001"/>
                <a:gd name="connsiteY2" fmla="*/ 1762212 h 1774404"/>
                <a:gd name="connsiteX3" fmla="*/ 0 w 1991001"/>
                <a:gd name="connsiteY3" fmla="*/ 1774404 h 1774404"/>
                <a:gd name="connsiteX4" fmla="*/ 1927302 w 1991001"/>
                <a:gd name="connsiteY4" fmla="*/ 13716 h 1774404"/>
                <a:gd name="connsiteX0" fmla="*/ 1927302 w 2035816"/>
                <a:gd name="connsiteY0" fmla="*/ 51816 h 1812504"/>
                <a:gd name="connsiteX1" fmla="*/ 2035816 w 2035816"/>
                <a:gd name="connsiteY1" fmla="*/ 0 h 1812504"/>
                <a:gd name="connsiteX2" fmla="*/ 253622 w 2035816"/>
                <a:gd name="connsiteY2" fmla="*/ 1800312 h 1812504"/>
                <a:gd name="connsiteX3" fmla="*/ 0 w 2035816"/>
                <a:gd name="connsiteY3" fmla="*/ 1812504 h 1812504"/>
                <a:gd name="connsiteX4" fmla="*/ 1927302 w 2035816"/>
                <a:gd name="connsiteY4" fmla="*/ 51816 h 1812504"/>
                <a:gd name="connsiteX0" fmla="*/ 1967399 w 2035816"/>
                <a:gd name="connsiteY0" fmla="*/ 0 h 1821648"/>
                <a:gd name="connsiteX1" fmla="*/ 2035816 w 2035816"/>
                <a:gd name="connsiteY1" fmla="*/ 9144 h 1821648"/>
                <a:gd name="connsiteX2" fmla="*/ 253622 w 2035816"/>
                <a:gd name="connsiteY2" fmla="*/ 1809456 h 1821648"/>
                <a:gd name="connsiteX3" fmla="*/ 0 w 2035816"/>
                <a:gd name="connsiteY3" fmla="*/ 1821648 h 1821648"/>
                <a:gd name="connsiteX4" fmla="*/ 1967399 w 2035816"/>
                <a:gd name="connsiteY4" fmla="*/ 0 h 1821648"/>
                <a:gd name="connsiteX0" fmla="*/ 2017718 w 2086135"/>
                <a:gd name="connsiteY0" fmla="*/ 0 h 1873456"/>
                <a:gd name="connsiteX1" fmla="*/ 2086135 w 2086135"/>
                <a:gd name="connsiteY1" fmla="*/ 9144 h 1873456"/>
                <a:gd name="connsiteX2" fmla="*/ 303941 w 2086135"/>
                <a:gd name="connsiteY2" fmla="*/ 1809456 h 1873456"/>
                <a:gd name="connsiteX3" fmla="*/ 0 w 2086135"/>
                <a:gd name="connsiteY3" fmla="*/ 1873456 h 1873456"/>
                <a:gd name="connsiteX4" fmla="*/ 2017718 w 2086135"/>
                <a:gd name="connsiteY4" fmla="*/ 0 h 1873456"/>
                <a:gd name="connsiteX0" fmla="*/ 2017718 w 2086135"/>
                <a:gd name="connsiteY0" fmla="*/ 0 h 1881001"/>
                <a:gd name="connsiteX1" fmla="*/ 2086135 w 2086135"/>
                <a:gd name="connsiteY1" fmla="*/ 9144 h 1881001"/>
                <a:gd name="connsiteX2" fmla="*/ 263057 w 2086135"/>
                <a:gd name="connsiteY2" fmla="*/ 1881001 h 1881001"/>
                <a:gd name="connsiteX3" fmla="*/ 0 w 2086135"/>
                <a:gd name="connsiteY3" fmla="*/ 1873456 h 1881001"/>
                <a:gd name="connsiteX4" fmla="*/ 2017718 w 2086135"/>
                <a:gd name="connsiteY4" fmla="*/ 0 h 1881001"/>
                <a:gd name="connsiteX0" fmla="*/ 2017718 w 2086135"/>
                <a:gd name="connsiteY0" fmla="*/ 0 h 1877300"/>
                <a:gd name="connsiteX1" fmla="*/ 2086135 w 2086135"/>
                <a:gd name="connsiteY1" fmla="*/ 9144 h 1877300"/>
                <a:gd name="connsiteX2" fmla="*/ 277209 w 2086135"/>
                <a:gd name="connsiteY2" fmla="*/ 1877300 h 1877300"/>
                <a:gd name="connsiteX3" fmla="*/ 0 w 2086135"/>
                <a:gd name="connsiteY3" fmla="*/ 1873456 h 1877300"/>
                <a:gd name="connsiteX4" fmla="*/ 2017718 w 2086135"/>
                <a:gd name="connsiteY4" fmla="*/ 0 h 1877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6135" h="1877300">
                  <a:moveTo>
                    <a:pt x="2017718" y="0"/>
                  </a:moveTo>
                  <a:lnTo>
                    <a:pt x="2086135" y="9144"/>
                  </a:lnTo>
                  <a:lnTo>
                    <a:pt x="277209" y="1877300"/>
                  </a:lnTo>
                  <a:lnTo>
                    <a:pt x="0" y="1873456"/>
                  </a:lnTo>
                  <a:lnTo>
                    <a:pt x="201771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0" name="Hexágono 1139">
              <a:extLst>
                <a:ext uri="{FF2B5EF4-FFF2-40B4-BE49-F238E27FC236}">
                  <a16:creationId xmlns:a16="http://schemas.microsoft.com/office/drawing/2014/main" id="{A2C10B48-F27A-7DF8-B59C-74E59DB46616}"/>
                </a:ext>
              </a:extLst>
            </p:cNvPr>
            <p:cNvSpPr/>
            <p:nvPr/>
          </p:nvSpPr>
          <p:spPr>
            <a:xfrm rot="18806302">
              <a:off x="5610662" y="3860911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1" name="Hexágono 1139">
              <a:extLst>
                <a:ext uri="{FF2B5EF4-FFF2-40B4-BE49-F238E27FC236}">
                  <a16:creationId xmlns:a16="http://schemas.microsoft.com/office/drawing/2014/main" id="{009DDF2B-125A-6056-3E4A-F00FFB714A74}"/>
                </a:ext>
              </a:extLst>
            </p:cNvPr>
            <p:cNvSpPr/>
            <p:nvPr/>
          </p:nvSpPr>
          <p:spPr>
            <a:xfrm>
              <a:off x="5501834" y="3823373"/>
              <a:ext cx="110654" cy="163278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2" name="Hexágono 1139">
              <a:extLst>
                <a:ext uri="{FF2B5EF4-FFF2-40B4-BE49-F238E27FC236}">
                  <a16:creationId xmlns:a16="http://schemas.microsoft.com/office/drawing/2014/main" id="{2071E048-78A7-3B39-FA86-FA3BFB460D5A}"/>
                </a:ext>
              </a:extLst>
            </p:cNvPr>
            <p:cNvSpPr/>
            <p:nvPr/>
          </p:nvSpPr>
          <p:spPr>
            <a:xfrm>
              <a:off x="5360197" y="3959875"/>
              <a:ext cx="110654" cy="163278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3" name="Hexágono 1139">
              <a:extLst>
                <a:ext uri="{FF2B5EF4-FFF2-40B4-BE49-F238E27FC236}">
                  <a16:creationId xmlns:a16="http://schemas.microsoft.com/office/drawing/2014/main" id="{56951DC8-C036-7C3D-2AB7-8B49C7E48F76}"/>
                </a:ext>
              </a:extLst>
            </p:cNvPr>
            <p:cNvSpPr/>
            <p:nvPr/>
          </p:nvSpPr>
          <p:spPr>
            <a:xfrm>
              <a:off x="5210977" y="4101481"/>
              <a:ext cx="110654" cy="163278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4" name="Hexágono 1139">
              <a:extLst>
                <a:ext uri="{FF2B5EF4-FFF2-40B4-BE49-F238E27FC236}">
                  <a16:creationId xmlns:a16="http://schemas.microsoft.com/office/drawing/2014/main" id="{9E175310-B266-9D9F-8251-99449936970B}"/>
                </a:ext>
              </a:extLst>
            </p:cNvPr>
            <p:cNvSpPr/>
            <p:nvPr/>
          </p:nvSpPr>
          <p:spPr>
            <a:xfrm>
              <a:off x="5035360" y="4261435"/>
              <a:ext cx="154762" cy="180340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8" name="Hexágono 1139">
              <a:extLst>
                <a:ext uri="{FF2B5EF4-FFF2-40B4-BE49-F238E27FC236}">
                  <a16:creationId xmlns:a16="http://schemas.microsoft.com/office/drawing/2014/main" id="{29990BC7-BB2F-5205-2FC7-C025069759DC}"/>
                </a:ext>
              </a:extLst>
            </p:cNvPr>
            <p:cNvSpPr/>
            <p:nvPr/>
          </p:nvSpPr>
          <p:spPr>
            <a:xfrm>
              <a:off x="4841682" y="4436439"/>
              <a:ext cx="154762" cy="266015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49" name="Hexágono 1139">
              <a:extLst>
                <a:ext uri="{FF2B5EF4-FFF2-40B4-BE49-F238E27FC236}">
                  <a16:creationId xmlns:a16="http://schemas.microsoft.com/office/drawing/2014/main" id="{A3B06448-2333-2BAB-5B06-67C6D6F181E5}"/>
                </a:ext>
              </a:extLst>
            </p:cNvPr>
            <p:cNvSpPr/>
            <p:nvPr/>
          </p:nvSpPr>
          <p:spPr>
            <a:xfrm>
              <a:off x="4630316" y="4549140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0" name="Hexágono 1139">
              <a:extLst>
                <a:ext uri="{FF2B5EF4-FFF2-40B4-BE49-F238E27FC236}">
                  <a16:creationId xmlns:a16="http://schemas.microsoft.com/office/drawing/2014/main" id="{4FF9D9E1-56D3-6055-87E2-6B81FF023764}"/>
                </a:ext>
              </a:extLst>
            </p:cNvPr>
            <p:cNvSpPr/>
            <p:nvPr/>
          </p:nvSpPr>
          <p:spPr>
            <a:xfrm>
              <a:off x="4442877" y="4782690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1" name="Hexágono 1139">
              <a:extLst>
                <a:ext uri="{FF2B5EF4-FFF2-40B4-BE49-F238E27FC236}">
                  <a16:creationId xmlns:a16="http://schemas.microsoft.com/office/drawing/2014/main" id="{8E6BF211-6E91-7268-FBB3-56EAFBDD3D3E}"/>
                </a:ext>
              </a:extLst>
            </p:cNvPr>
            <p:cNvSpPr/>
            <p:nvPr/>
          </p:nvSpPr>
          <p:spPr>
            <a:xfrm>
              <a:off x="4014130" y="5365868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2" name="Hexágono 1139">
              <a:extLst>
                <a:ext uri="{FF2B5EF4-FFF2-40B4-BE49-F238E27FC236}">
                  <a16:creationId xmlns:a16="http://schemas.microsoft.com/office/drawing/2014/main" id="{AA9DC960-DE1C-2632-5C92-A81C3D5A8D5E}"/>
                </a:ext>
              </a:extLst>
            </p:cNvPr>
            <p:cNvSpPr/>
            <p:nvPr/>
          </p:nvSpPr>
          <p:spPr>
            <a:xfrm>
              <a:off x="4244445" y="5017757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3" name="Hexágono 1139">
              <a:extLst>
                <a:ext uri="{FF2B5EF4-FFF2-40B4-BE49-F238E27FC236}">
                  <a16:creationId xmlns:a16="http://schemas.microsoft.com/office/drawing/2014/main" id="{BFBEEEC4-1E9D-9674-C7A0-4FC09A3EBF71}"/>
                </a:ext>
              </a:extLst>
            </p:cNvPr>
            <p:cNvSpPr/>
            <p:nvPr/>
          </p:nvSpPr>
          <p:spPr>
            <a:xfrm rot="18806302">
              <a:off x="5511081" y="3994362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4" name="Hexágono 1139">
              <a:extLst>
                <a:ext uri="{FF2B5EF4-FFF2-40B4-BE49-F238E27FC236}">
                  <a16:creationId xmlns:a16="http://schemas.microsoft.com/office/drawing/2014/main" id="{10F7CF44-F30F-99D8-7E07-8955EEBC143B}"/>
                </a:ext>
              </a:extLst>
            </p:cNvPr>
            <p:cNvSpPr/>
            <p:nvPr/>
          </p:nvSpPr>
          <p:spPr>
            <a:xfrm rot="18806302">
              <a:off x="5374000" y="4152471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5" name="Hexágono 1139">
              <a:extLst>
                <a:ext uri="{FF2B5EF4-FFF2-40B4-BE49-F238E27FC236}">
                  <a16:creationId xmlns:a16="http://schemas.microsoft.com/office/drawing/2014/main" id="{A6CFF4BA-E663-C4E0-4503-13C9BEFDF3CB}"/>
                </a:ext>
              </a:extLst>
            </p:cNvPr>
            <p:cNvSpPr/>
            <p:nvPr/>
          </p:nvSpPr>
          <p:spPr>
            <a:xfrm rot="18806302">
              <a:off x="5196377" y="4361360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6" name="Hexágono 1139">
              <a:extLst>
                <a:ext uri="{FF2B5EF4-FFF2-40B4-BE49-F238E27FC236}">
                  <a16:creationId xmlns:a16="http://schemas.microsoft.com/office/drawing/2014/main" id="{79214359-093F-66BB-0739-8126FE3828E4}"/>
                </a:ext>
              </a:extLst>
            </p:cNvPr>
            <p:cNvSpPr/>
            <p:nvPr/>
          </p:nvSpPr>
          <p:spPr>
            <a:xfrm rot="18806302">
              <a:off x="5045456" y="4588462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7" name="Hexágono 1139">
              <a:extLst>
                <a:ext uri="{FF2B5EF4-FFF2-40B4-BE49-F238E27FC236}">
                  <a16:creationId xmlns:a16="http://schemas.microsoft.com/office/drawing/2014/main" id="{49607352-ECD7-A3A7-9EAE-2EE5C1858940}"/>
                </a:ext>
              </a:extLst>
            </p:cNvPr>
            <p:cNvSpPr/>
            <p:nvPr/>
          </p:nvSpPr>
          <p:spPr>
            <a:xfrm rot="18806302">
              <a:off x="4869125" y="4815157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8" name="Hexágono 1139">
              <a:extLst>
                <a:ext uri="{FF2B5EF4-FFF2-40B4-BE49-F238E27FC236}">
                  <a16:creationId xmlns:a16="http://schemas.microsoft.com/office/drawing/2014/main" id="{DAD1CDF9-8014-94CA-3A57-FEFDF7651018}"/>
                </a:ext>
              </a:extLst>
            </p:cNvPr>
            <p:cNvSpPr/>
            <p:nvPr/>
          </p:nvSpPr>
          <p:spPr>
            <a:xfrm rot="18806302">
              <a:off x="4722100" y="4983320"/>
              <a:ext cx="116518" cy="130569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59" name="Hexágono 1139">
              <a:extLst>
                <a:ext uri="{FF2B5EF4-FFF2-40B4-BE49-F238E27FC236}">
                  <a16:creationId xmlns:a16="http://schemas.microsoft.com/office/drawing/2014/main" id="{D77EE32C-11C6-8B1C-7544-02A4B28475E0}"/>
                </a:ext>
              </a:extLst>
            </p:cNvPr>
            <p:cNvSpPr/>
            <p:nvPr/>
          </p:nvSpPr>
          <p:spPr>
            <a:xfrm rot="18806302">
              <a:off x="4572057" y="5147969"/>
              <a:ext cx="116518" cy="174484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0" name="Hexágono 1139">
              <a:extLst>
                <a:ext uri="{FF2B5EF4-FFF2-40B4-BE49-F238E27FC236}">
                  <a16:creationId xmlns:a16="http://schemas.microsoft.com/office/drawing/2014/main" id="{B446CB8F-8A43-EAA8-494C-21B05E806E35}"/>
                </a:ext>
              </a:extLst>
            </p:cNvPr>
            <p:cNvSpPr/>
            <p:nvPr/>
          </p:nvSpPr>
          <p:spPr>
            <a:xfrm rot="18806302">
              <a:off x="4366418" y="5415437"/>
              <a:ext cx="116518" cy="174484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grpSp>
        <p:nvGrpSpPr>
          <p:cNvPr id="1162" name="Grupo 1161">
            <a:extLst>
              <a:ext uri="{FF2B5EF4-FFF2-40B4-BE49-F238E27FC236}">
                <a16:creationId xmlns:a16="http://schemas.microsoft.com/office/drawing/2014/main" id="{1E4B15D3-339D-4E9B-5FCF-0D3BB07A08B5}"/>
              </a:ext>
            </a:extLst>
          </p:cNvPr>
          <p:cNvGrpSpPr/>
          <p:nvPr/>
        </p:nvGrpSpPr>
        <p:grpSpPr>
          <a:xfrm flipH="1">
            <a:off x="8974394" y="3856255"/>
            <a:ext cx="1637134" cy="1897036"/>
            <a:chOff x="4014130" y="3823373"/>
            <a:chExt cx="1706179" cy="1938544"/>
          </a:xfrm>
        </p:grpSpPr>
        <p:sp>
          <p:nvSpPr>
            <p:cNvPr id="1163" name="Rectángulo 1133">
              <a:extLst>
                <a:ext uri="{FF2B5EF4-FFF2-40B4-BE49-F238E27FC236}">
                  <a16:creationId xmlns:a16="http://schemas.microsoft.com/office/drawing/2014/main" id="{435EC109-CAB3-C47E-E371-D1FADDE1565E}"/>
                </a:ext>
              </a:extLst>
            </p:cNvPr>
            <p:cNvSpPr/>
            <p:nvPr/>
          </p:nvSpPr>
          <p:spPr>
            <a:xfrm>
              <a:off x="4027974" y="3825310"/>
              <a:ext cx="1684875" cy="1936607"/>
            </a:xfrm>
            <a:custGeom>
              <a:avLst/>
              <a:gdLst>
                <a:gd name="connsiteX0" fmla="*/ 0 w 1454534"/>
                <a:gd name="connsiteY0" fmla="*/ 0 h 1700490"/>
                <a:gd name="connsiteX1" fmla="*/ 1454534 w 1454534"/>
                <a:gd name="connsiteY1" fmla="*/ 0 h 1700490"/>
                <a:gd name="connsiteX2" fmla="*/ 1454534 w 1454534"/>
                <a:gd name="connsiteY2" fmla="*/ 1700490 h 1700490"/>
                <a:gd name="connsiteX3" fmla="*/ 0 w 1454534"/>
                <a:gd name="connsiteY3" fmla="*/ 1700490 h 1700490"/>
                <a:gd name="connsiteX4" fmla="*/ 0 w 1454534"/>
                <a:gd name="connsiteY4" fmla="*/ 0 h 1700490"/>
                <a:gd name="connsiteX0" fmla="*/ 1310640 w 1454534"/>
                <a:gd name="connsiteY0" fmla="*/ 36576 h 1700490"/>
                <a:gd name="connsiteX1" fmla="*/ 1454534 w 1454534"/>
                <a:gd name="connsiteY1" fmla="*/ 0 h 1700490"/>
                <a:gd name="connsiteX2" fmla="*/ 1454534 w 1454534"/>
                <a:gd name="connsiteY2" fmla="*/ 1700490 h 1700490"/>
                <a:gd name="connsiteX3" fmla="*/ 0 w 1454534"/>
                <a:gd name="connsiteY3" fmla="*/ 1700490 h 1700490"/>
                <a:gd name="connsiteX4" fmla="*/ 1310640 w 1454534"/>
                <a:gd name="connsiteY4" fmla="*/ 36576 h 1700490"/>
                <a:gd name="connsiteX0" fmla="*/ 1310640 w 1454534"/>
                <a:gd name="connsiteY0" fmla="*/ 36576 h 1810218"/>
                <a:gd name="connsiteX1" fmla="*/ 1454534 w 1454534"/>
                <a:gd name="connsiteY1" fmla="*/ 0 h 1810218"/>
                <a:gd name="connsiteX2" fmla="*/ 284102 w 1454534"/>
                <a:gd name="connsiteY2" fmla="*/ 1810218 h 1810218"/>
                <a:gd name="connsiteX3" fmla="*/ 0 w 1454534"/>
                <a:gd name="connsiteY3" fmla="*/ 1700490 h 1810218"/>
                <a:gd name="connsiteX4" fmla="*/ 1310640 w 1454534"/>
                <a:gd name="connsiteY4" fmla="*/ 36576 h 1810218"/>
                <a:gd name="connsiteX0" fmla="*/ 1450848 w 1594742"/>
                <a:gd name="connsiteY0" fmla="*/ 36576 h 1816314"/>
                <a:gd name="connsiteX1" fmla="*/ 1594742 w 1594742"/>
                <a:gd name="connsiteY1" fmla="*/ 0 h 1816314"/>
                <a:gd name="connsiteX2" fmla="*/ 424310 w 1594742"/>
                <a:gd name="connsiteY2" fmla="*/ 1810218 h 1816314"/>
                <a:gd name="connsiteX3" fmla="*/ 0 w 1594742"/>
                <a:gd name="connsiteY3" fmla="*/ 1816314 h 1816314"/>
                <a:gd name="connsiteX4" fmla="*/ 1450848 w 1594742"/>
                <a:gd name="connsiteY4" fmla="*/ 36576 h 1816314"/>
                <a:gd name="connsiteX0" fmla="*/ 1450848 w 1594742"/>
                <a:gd name="connsiteY0" fmla="*/ 36576 h 1816314"/>
                <a:gd name="connsiteX1" fmla="*/ 1594742 w 1594742"/>
                <a:gd name="connsiteY1" fmla="*/ 0 h 1816314"/>
                <a:gd name="connsiteX2" fmla="*/ 253622 w 1594742"/>
                <a:gd name="connsiteY2" fmla="*/ 1804122 h 1816314"/>
                <a:gd name="connsiteX3" fmla="*/ 0 w 1594742"/>
                <a:gd name="connsiteY3" fmla="*/ 1816314 h 1816314"/>
                <a:gd name="connsiteX4" fmla="*/ 1450848 w 1594742"/>
                <a:gd name="connsiteY4" fmla="*/ 36576 h 1816314"/>
                <a:gd name="connsiteX0" fmla="*/ 1450848 w 1991001"/>
                <a:gd name="connsiteY0" fmla="*/ 0 h 1779738"/>
                <a:gd name="connsiteX1" fmla="*/ 1991001 w 1991001"/>
                <a:gd name="connsiteY1" fmla="*/ 5334 h 1779738"/>
                <a:gd name="connsiteX2" fmla="*/ 253622 w 1991001"/>
                <a:gd name="connsiteY2" fmla="*/ 1767546 h 1779738"/>
                <a:gd name="connsiteX3" fmla="*/ 0 w 1991001"/>
                <a:gd name="connsiteY3" fmla="*/ 1779738 h 1779738"/>
                <a:gd name="connsiteX4" fmla="*/ 1450848 w 1991001"/>
                <a:gd name="connsiteY4" fmla="*/ 0 h 1779738"/>
                <a:gd name="connsiteX0" fmla="*/ 1927302 w 1991001"/>
                <a:gd name="connsiteY0" fmla="*/ 13716 h 1774404"/>
                <a:gd name="connsiteX1" fmla="*/ 1991001 w 1991001"/>
                <a:gd name="connsiteY1" fmla="*/ 0 h 1774404"/>
                <a:gd name="connsiteX2" fmla="*/ 253622 w 1991001"/>
                <a:gd name="connsiteY2" fmla="*/ 1762212 h 1774404"/>
                <a:gd name="connsiteX3" fmla="*/ 0 w 1991001"/>
                <a:gd name="connsiteY3" fmla="*/ 1774404 h 1774404"/>
                <a:gd name="connsiteX4" fmla="*/ 1927302 w 1991001"/>
                <a:gd name="connsiteY4" fmla="*/ 13716 h 1774404"/>
                <a:gd name="connsiteX0" fmla="*/ 1927302 w 2035816"/>
                <a:gd name="connsiteY0" fmla="*/ 51816 h 1812504"/>
                <a:gd name="connsiteX1" fmla="*/ 2035816 w 2035816"/>
                <a:gd name="connsiteY1" fmla="*/ 0 h 1812504"/>
                <a:gd name="connsiteX2" fmla="*/ 253622 w 2035816"/>
                <a:gd name="connsiteY2" fmla="*/ 1800312 h 1812504"/>
                <a:gd name="connsiteX3" fmla="*/ 0 w 2035816"/>
                <a:gd name="connsiteY3" fmla="*/ 1812504 h 1812504"/>
                <a:gd name="connsiteX4" fmla="*/ 1927302 w 2035816"/>
                <a:gd name="connsiteY4" fmla="*/ 51816 h 1812504"/>
                <a:gd name="connsiteX0" fmla="*/ 1967399 w 2035816"/>
                <a:gd name="connsiteY0" fmla="*/ 0 h 1821648"/>
                <a:gd name="connsiteX1" fmla="*/ 2035816 w 2035816"/>
                <a:gd name="connsiteY1" fmla="*/ 9144 h 1821648"/>
                <a:gd name="connsiteX2" fmla="*/ 253622 w 2035816"/>
                <a:gd name="connsiteY2" fmla="*/ 1809456 h 1821648"/>
                <a:gd name="connsiteX3" fmla="*/ 0 w 2035816"/>
                <a:gd name="connsiteY3" fmla="*/ 1821648 h 1821648"/>
                <a:gd name="connsiteX4" fmla="*/ 1967399 w 2035816"/>
                <a:gd name="connsiteY4" fmla="*/ 0 h 1821648"/>
                <a:gd name="connsiteX0" fmla="*/ 2017718 w 2086135"/>
                <a:gd name="connsiteY0" fmla="*/ 0 h 1873456"/>
                <a:gd name="connsiteX1" fmla="*/ 2086135 w 2086135"/>
                <a:gd name="connsiteY1" fmla="*/ 9144 h 1873456"/>
                <a:gd name="connsiteX2" fmla="*/ 303941 w 2086135"/>
                <a:gd name="connsiteY2" fmla="*/ 1809456 h 1873456"/>
                <a:gd name="connsiteX3" fmla="*/ 0 w 2086135"/>
                <a:gd name="connsiteY3" fmla="*/ 1873456 h 1873456"/>
                <a:gd name="connsiteX4" fmla="*/ 2017718 w 2086135"/>
                <a:gd name="connsiteY4" fmla="*/ 0 h 1873456"/>
                <a:gd name="connsiteX0" fmla="*/ 2017718 w 2086135"/>
                <a:gd name="connsiteY0" fmla="*/ 0 h 1881001"/>
                <a:gd name="connsiteX1" fmla="*/ 2086135 w 2086135"/>
                <a:gd name="connsiteY1" fmla="*/ 9144 h 1881001"/>
                <a:gd name="connsiteX2" fmla="*/ 263057 w 2086135"/>
                <a:gd name="connsiteY2" fmla="*/ 1881001 h 1881001"/>
                <a:gd name="connsiteX3" fmla="*/ 0 w 2086135"/>
                <a:gd name="connsiteY3" fmla="*/ 1873456 h 1881001"/>
                <a:gd name="connsiteX4" fmla="*/ 2017718 w 2086135"/>
                <a:gd name="connsiteY4" fmla="*/ 0 h 1881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6135" h="1881001">
                  <a:moveTo>
                    <a:pt x="2017718" y="0"/>
                  </a:moveTo>
                  <a:lnTo>
                    <a:pt x="2086135" y="9144"/>
                  </a:lnTo>
                  <a:lnTo>
                    <a:pt x="263057" y="1881001"/>
                  </a:lnTo>
                  <a:lnTo>
                    <a:pt x="0" y="1873456"/>
                  </a:lnTo>
                  <a:lnTo>
                    <a:pt x="2017718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4" name="Hexágono 1139">
              <a:extLst>
                <a:ext uri="{FF2B5EF4-FFF2-40B4-BE49-F238E27FC236}">
                  <a16:creationId xmlns:a16="http://schemas.microsoft.com/office/drawing/2014/main" id="{EA347073-6745-BC59-D496-E3E350233B1A}"/>
                </a:ext>
              </a:extLst>
            </p:cNvPr>
            <p:cNvSpPr/>
            <p:nvPr/>
          </p:nvSpPr>
          <p:spPr>
            <a:xfrm rot="18806302">
              <a:off x="5610662" y="3860911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5" name="Hexágono 1139">
              <a:extLst>
                <a:ext uri="{FF2B5EF4-FFF2-40B4-BE49-F238E27FC236}">
                  <a16:creationId xmlns:a16="http://schemas.microsoft.com/office/drawing/2014/main" id="{498AEEB8-E800-3FB7-6C99-9669FA3D69B0}"/>
                </a:ext>
              </a:extLst>
            </p:cNvPr>
            <p:cNvSpPr/>
            <p:nvPr/>
          </p:nvSpPr>
          <p:spPr>
            <a:xfrm>
              <a:off x="5501834" y="3823373"/>
              <a:ext cx="110654" cy="163278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6" name="Hexágono 1139">
              <a:extLst>
                <a:ext uri="{FF2B5EF4-FFF2-40B4-BE49-F238E27FC236}">
                  <a16:creationId xmlns:a16="http://schemas.microsoft.com/office/drawing/2014/main" id="{8387BFA3-31A7-9AC8-BC10-D1E53AC619E9}"/>
                </a:ext>
              </a:extLst>
            </p:cNvPr>
            <p:cNvSpPr/>
            <p:nvPr/>
          </p:nvSpPr>
          <p:spPr>
            <a:xfrm>
              <a:off x="5360197" y="3959875"/>
              <a:ext cx="110654" cy="163278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7" name="Hexágono 1139">
              <a:extLst>
                <a:ext uri="{FF2B5EF4-FFF2-40B4-BE49-F238E27FC236}">
                  <a16:creationId xmlns:a16="http://schemas.microsoft.com/office/drawing/2014/main" id="{29BDDB23-8EF9-8E72-1982-BA440D7A1C01}"/>
                </a:ext>
              </a:extLst>
            </p:cNvPr>
            <p:cNvSpPr/>
            <p:nvPr/>
          </p:nvSpPr>
          <p:spPr>
            <a:xfrm>
              <a:off x="5210977" y="4101481"/>
              <a:ext cx="110654" cy="163278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8" name="Hexágono 1139">
              <a:extLst>
                <a:ext uri="{FF2B5EF4-FFF2-40B4-BE49-F238E27FC236}">
                  <a16:creationId xmlns:a16="http://schemas.microsoft.com/office/drawing/2014/main" id="{14BA60ED-A826-C104-9B27-CD3D910EF44E}"/>
                </a:ext>
              </a:extLst>
            </p:cNvPr>
            <p:cNvSpPr/>
            <p:nvPr/>
          </p:nvSpPr>
          <p:spPr>
            <a:xfrm>
              <a:off x="5035360" y="4261435"/>
              <a:ext cx="154762" cy="180340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69" name="Hexágono 1139">
              <a:extLst>
                <a:ext uri="{FF2B5EF4-FFF2-40B4-BE49-F238E27FC236}">
                  <a16:creationId xmlns:a16="http://schemas.microsoft.com/office/drawing/2014/main" id="{7A9EF0F4-CAE8-0805-655A-E4F85FD512B2}"/>
                </a:ext>
              </a:extLst>
            </p:cNvPr>
            <p:cNvSpPr/>
            <p:nvPr/>
          </p:nvSpPr>
          <p:spPr>
            <a:xfrm>
              <a:off x="4841682" y="4436439"/>
              <a:ext cx="154762" cy="266015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0" name="Hexágono 1139">
              <a:extLst>
                <a:ext uri="{FF2B5EF4-FFF2-40B4-BE49-F238E27FC236}">
                  <a16:creationId xmlns:a16="http://schemas.microsoft.com/office/drawing/2014/main" id="{C99B0FFD-19CE-A0E7-9D1B-6FB92952D0E6}"/>
                </a:ext>
              </a:extLst>
            </p:cNvPr>
            <p:cNvSpPr/>
            <p:nvPr/>
          </p:nvSpPr>
          <p:spPr>
            <a:xfrm>
              <a:off x="4630316" y="4549140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1" name="Hexágono 1139">
              <a:extLst>
                <a:ext uri="{FF2B5EF4-FFF2-40B4-BE49-F238E27FC236}">
                  <a16:creationId xmlns:a16="http://schemas.microsoft.com/office/drawing/2014/main" id="{3E21F349-4288-DB7E-984B-1C23ADD236FB}"/>
                </a:ext>
              </a:extLst>
            </p:cNvPr>
            <p:cNvSpPr/>
            <p:nvPr/>
          </p:nvSpPr>
          <p:spPr>
            <a:xfrm>
              <a:off x="4442877" y="4782690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2" name="Hexágono 1139">
              <a:extLst>
                <a:ext uri="{FF2B5EF4-FFF2-40B4-BE49-F238E27FC236}">
                  <a16:creationId xmlns:a16="http://schemas.microsoft.com/office/drawing/2014/main" id="{3E4DCDF4-A161-203C-977D-FDB63FE6DE6F}"/>
                </a:ext>
              </a:extLst>
            </p:cNvPr>
            <p:cNvSpPr/>
            <p:nvPr/>
          </p:nvSpPr>
          <p:spPr>
            <a:xfrm>
              <a:off x="4014130" y="5365868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3" name="Hexágono 1139">
              <a:extLst>
                <a:ext uri="{FF2B5EF4-FFF2-40B4-BE49-F238E27FC236}">
                  <a16:creationId xmlns:a16="http://schemas.microsoft.com/office/drawing/2014/main" id="{BEBD88F2-0405-93B0-776C-5E97FD7ED522}"/>
                </a:ext>
              </a:extLst>
            </p:cNvPr>
            <p:cNvSpPr/>
            <p:nvPr/>
          </p:nvSpPr>
          <p:spPr>
            <a:xfrm>
              <a:off x="4244445" y="5017757"/>
              <a:ext cx="211383" cy="32350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900" h="216535">
                  <a:moveTo>
                    <a:pt x="113665" y="32068"/>
                  </a:moveTo>
                  <a:lnTo>
                    <a:pt x="6350" y="43180"/>
                  </a:lnTo>
                  <a:lnTo>
                    <a:pt x="0" y="0"/>
                  </a:lnTo>
                  <a:lnTo>
                    <a:pt x="141605" y="4128"/>
                  </a:lnTo>
                  <a:lnTo>
                    <a:pt x="215900" y="168275"/>
                  </a:lnTo>
                  <a:lnTo>
                    <a:pt x="168910" y="216535"/>
                  </a:lnTo>
                  <a:lnTo>
                    <a:pt x="113665" y="320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4" name="Hexágono 1139">
              <a:extLst>
                <a:ext uri="{FF2B5EF4-FFF2-40B4-BE49-F238E27FC236}">
                  <a16:creationId xmlns:a16="http://schemas.microsoft.com/office/drawing/2014/main" id="{75A352BC-8F9F-6CD1-91F2-0CC34A9E878C}"/>
                </a:ext>
              </a:extLst>
            </p:cNvPr>
            <p:cNvSpPr/>
            <p:nvPr/>
          </p:nvSpPr>
          <p:spPr>
            <a:xfrm rot="18806302">
              <a:off x="5511081" y="3994362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5" name="Hexágono 1139">
              <a:extLst>
                <a:ext uri="{FF2B5EF4-FFF2-40B4-BE49-F238E27FC236}">
                  <a16:creationId xmlns:a16="http://schemas.microsoft.com/office/drawing/2014/main" id="{1BB3B918-DE62-02B1-C7F5-7FEBFAEC9777}"/>
                </a:ext>
              </a:extLst>
            </p:cNvPr>
            <p:cNvSpPr/>
            <p:nvPr/>
          </p:nvSpPr>
          <p:spPr>
            <a:xfrm rot="18806302">
              <a:off x="5374000" y="4152471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6" name="Hexágono 1139">
              <a:extLst>
                <a:ext uri="{FF2B5EF4-FFF2-40B4-BE49-F238E27FC236}">
                  <a16:creationId xmlns:a16="http://schemas.microsoft.com/office/drawing/2014/main" id="{125E51AF-B75A-9C1C-43A8-B60BF956ABEA}"/>
                </a:ext>
              </a:extLst>
            </p:cNvPr>
            <p:cNvSpPr/>
            <p:nvPr/>
          </p:nvSpPr>
          <p:spPr>
            <a:xfrm rot="18806302">
              <a:off x="5196377" y="4361360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7" name="Hexágono 1139">
              <a:extLst>
                <a:ext uri="{FF2B5EF4-FFF2-40B4-BE49-F238E27FC236}">
                  <a16:creationId xmlns:a16="http://schemas.microsoft.com/office/drawing/2014/main" id="{7764AB08-24D7-CCB1-12A8-8CE0E331129C}"/>
                </a:ext>
              </a:extLst>
            </p:cNvPr>
            <p:cNvSpPr/>
            <p:nvPr/>
          </p:nvSpPr>
          <p:spPr>
            <a:xfrm rot="18806302">
              <a:off x="5045456" y="4588462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8" name="Hexágono 1139">
              <a:extLst>
                <a:ext uri="{FF2B5EF4-FFF2-40B4-BE49-F238E27FC236}">
                  <a16:creationId xmlns:a16="http://schemas.microsoft.com/office/drawing/2014/main" id="{1710C32C-928F-19B6-41D8-F8D066AF0219}"/>
                </a:ext>
              </a:extLst>
            </p:cNvPr>
            <p:cNvSpPr/>
            <p:nvPr/>
          </p:nvSpPr>
          <p:spPr>
            <a:xfrm rot="18806302">
              <a:off x="4869125" y="4815157"/>
              <a:ext cx="116518" cy="102777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79" name="Hexágono 1139">
              <a:extLst>
                <a:ext uri="{FF2B5EF4-FFF2-40B4-BE49-F238E27FC236}">
                  <a16:creationId xmlns:a16="http://schemas.microsoft.com/office/drawing/2014/main" id="{451F1D23-A9A8-1B0C-E013-CF6A3CD7BD36}"/>
                </a:ext>
              </a:extLst>
            </p:cNvPr>
            <p:cNvSpPr/>
            <p:nvPr/>
          </p:nvSpPr>
          <p:spPr>
            <a:xfrm rot="18806302">
              <a:off x="4722100" y="4983320"/>
              <a:ext cx="116518" cy="130569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80" name="Hexágono 1139">
              <a:extLst>
                <a:ext uri="{FF2B5EF4-FFF2-40B4-BE49-F238E27FC236}">
                  <a16:creationId xmlns:a16="http://schemas.microsoft.com/office/drawing/2014/main" id="{8198C440-4BF6-595C-8754-FB3907103A7F}"/>
                </a:ext>
              </a:extLst>
            </p:cNvPr>
            <p:cNvSpPr/>
            <p:nvPr/>
          </p:nvSpPr>
          <p:spPr>
            <a:xfrm rot="18806302">
              <a:off x="4572057" y="5147969"/>
              <a:ext cx="116518" cy="174484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  <p:sp>
          <p:nvSpPr>
            <p:cNvPr id="1181" name="Hexágono 1139">
              <a:extLst>
                <a:ext uri="{FF2B5EF4-FFF2-40B4-BE49-F238E27FC236}">
                  <a16:creationId xmlns:a16="http://schemas.microsoft.com/office/drawing/2014/main" id="{BB2DB8B1-0A9F-50EF-40A9-E39D9D4855CA}"/>
                </a:ext>
              </a:extLst>
            </p:cNvPr>
            <p:cNvSpPr/>
            <p:nvPr/>
          </p:nvSpPr>
          <p:spPr>
            <a:xfrm rot="18806302">
              <a:off x="4366418" y="5415437"/>
              <a:ext cx="116518" cy="174484"/>
            </a:xfrm>
            <a:custGeom>
              <a:avLst/>
              <a:gdLst>
                <a:gd name="connsiteX0" fmla="*/ 0 w 200660"/>
                <a:gd name="connsiteY0" fmla="*/ 131128 h 262255"/>
                <a:gd name="connsiteX1" fmla="*/ 50165 w 200660"/>
                <a:gd name="connsiteY1" fmla="*/ 0 h 262255"/>
                <a:gd name="connsiteX2" fmla="*/ 150495 w 200660"/>
                <a:gd name="connsiteY2" fmla="*/ 0 h 262255"/>
                <a:gd name="connsiteX3" fmla="*/ 200660 w 200660"/>
                <a:gd name="connsiteY3" fmla="*/ 131128 h 262255"/>
                <a:gd name="connsiteX4" fmla="*/ 150495 w 200660"/>
                <a:gd name="connsiteY4" fmla="*/ 262255 h 262255"/>
                <a:gd name="connsiteX5" fmla="*/ 50165 w 200660"/>
                <a:gd name="connsiteY5" fmla="*/ 262255 h 262255"/>
                <a:gd name="connsiteX6" fmla="*/ 0 w 200660"/>
                <a:gd name="connsiteY6" fmla="*/ 131128 h 262255"/>
                <a:gd name="connsiteX0" fmla="*/ 84455 w 150495"/>
                <a:gd name="connsiteY0" fmla="*/ 54928 h 262255"/>
                <a:gd name="connsiteX1" fmla="*/ 0 w 150495"/>
                <a:gd name="connsiteY1" fmla="*/ 0 h 262255"/>
                <a:gd name="connsiteX2" fmla="*/ 100330 w 150495"/>
                <a:gd name="connsiteY2" fmla="*/ 0 h 262255"/>
                <a:gd name="connsiteX3" fmla="*/ 150495 w 150495"/>
                <a:gd name="connsiteY3" fmla="*/ 131128 h 262255"/>
                <a:gd name="connsiteX4" fmla="*/ 100330 w 150495"/>
                <a:gd name="connsiteY4" fmla="*/ 262255 h 262255"/>
                <a:gd name="connsiteX5" fmla="*/ 0 w 150495"/>
                <a:gd name="connsiteY5" fmla="*/ 262255 h 262255"/>
                <a:gd name="connsiteX6" fmla="*/ 84455 w 150495"/>
                <a:gd name="connsiteY6" fmla="*/ 54928 h 262255"/>
                <a:gd name="connsiteX0" fmla="*/ 150495 w 216535"/>
                <a:gd name="connsiteY0" fmla="*/ 54928 h 262255"/>
                <a:gd name="connsiteX1" fmla="*/ 0 w 216535"/>
                <a:gd name="connsiteY1" fmla="*/ 63500 h 262255"/>
                <a:gd name="connsiteX2" fmla="*/ 166370 w 216535"/>
                <a:gd name="connsiteY2" fmla="*/ 0 h 262255"/>
                <a:gd name="connsiteX3" fmla="*/ 216535 w 216535"/>
                <a:gd name="connsiteY3" fmla="*/ 131128 h 262255"/>
                <a:gd name="connsiteX4" fmla="*/ 166370 w 216535"/>
                <a:gd name="connsiteY4" fmla="*/ 262255 h 262255"/>
                <a:gd name="connsiteX5" fmla="*/ 66040 w 216535"/>
                <a:gd name="connsiteY5" fmla="*/ 262255 h 262255"/>
                <a:gd name="connsiteX6" fmla="*/ 150495 w 216535"/>
                <a:gd name="connsiteY6" fmla="*/ 54928 h 262255"/>
                <a:gd name="connsiteX0" fmla="*/ 154305 w 220345"/>
                <a:gd name="connsiteY0" fmla="*/ 549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54305 w 220345"/>
                <a:gd name="connsiteY6" fmla="*/ 54928 h 262255"/>
                <a:gd name="connsiteX0" fmla="*/ 121285 w 220345"/>
                <a:gd name="connsiteY0" fmla="*/ 93028 h 262255"/>
                <a:gd name="connsiteX1" fmla="*/ 3810 w 220345"/>
                <a:gd name="connsiteY1" fmla="*/ 63500 h 262255"/>
                <a:gd name="connsiteX2" fmla="*/ 0 w 220345"/>
                <a:gd name="connsiteY2" fmla="*/ 0 h 262255"/>
                <a:gd name="connsiteX3" fmla="*/ 220345 w 220345"/>
                <a:gd name="connsiteY3" fmla="*/ 131128 h 262255"/>
                <a:gd name="connsiteX4" fmla="*/ 170180 w 220345"/>
                <a:gd name="connsiteY4" fmla="*/ 262255 h 262255"/>
                <a:gd name="connsiteX5" fmla="*/ 69850 w 220345"/>
                <a:gd name="connsiteY5" fmla="*/ 262255 h 262255"/>
                <a:gd name="connsiteX6" fmla="*/ 121285 w 220345"/>
                <a:gd name="connsiteY6" fmla="*/ 93028 h 262255"/>
                <a:gd name="connsiteX0" fmla="*/ 121285 w 170180"/>
                <a:gd name="connsiteY0" fmla="*/ 930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1285 w 170180"/>
                <a:gd name="connsiteY6" fmla="*/ 93028 h 262255"/>
                <a:gd name="connsiteX0" fmla="*/ 126365 w 170180"/>
                <a:gd name="connsiteY0" fmla="*/ 67628 h 262255"/>
                <a:gd name="connsiteX1" fmla="*/ 3810 w 170180"/>
                <a:gd name="connsiteY1" fmla="*/ 63500 h 262255"/>
                <a:gd name="connsiteX2" fmla="*/ 0 w 170180"/>
                <a:gd name="connsiteY2" fmla="*/ 0 h 262255"/>
                <a:gd name="connsiteX3" fmla="*/ 154305 w 170180"/>
                <a:gd name="connsiteY3" fmla="*/ 39688 h 262255"/>
                <a:gd name="connsiteX4" fmla="*/ 170180 w 170180"/>
                <a:gd name="connsiteY4" fmla="*/ 262255 h 262255"/>
                <a:gd name="connsiteX5" fmla="*/ 69850 w 170180"/>
                <a:gd name="connsiteY5" fmla="*/ 262255 h 262255"/>
                <a:gd name="connsiteX6" fmla="*/ 126365 w 170180"/>
                <a:gd name="connsiteY6" fmla="*/ 67628 h 262255"/>
                <a:gd name="connsiteX0" fmla="*/ 126365 w 228600"/>
                <a:gd name="connsiteY0" fmla="*/ 67628 h 262255"/>
                <a:gd name="connsiteX1" fmla="*/ 3810 w 228600"/>
                <a:gd name="connsiteY1" fmla="*/ 63500 h 262255"/>
                <a:gd name="connsiteX2" fmla="*/ 0 w 228600"/>
                <a:gd name="connsiteY2" fmla="*/ 0 h 262255"/>
                <a:gd name="connsiteX3" fmla="*/ 154305 w 228600"/>
                <a:gd name="connsiteY3" fmla="*/ 39688 h 262255"/>
                <a:gd name="connsiteX4" fmla="*/ 228600 w 228600"/>
                <a:gd name="connsiteY4" fmla="*/ 114935 h 262255"/>
                <a:gd name="connsiteX5" fmla="*/ 69850 w 228600"/>
                <a:gd name="connsiteY5" fmla="*/ 262255 h 262255"/>
                <a:gd name="connsiteX6" fmla="*/ 126365 w 228600"/>
                <a:gd name="connsiteY6" fmla="*/ 67628 h 26225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1149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3810 w 228600"/>
                <a:gd name="connsiteY1" fmla="*/ 6350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26365 w 228600"/>
                <a:gd name="connsiteY0" fmla="*/ 67628 h 252095"/>
                <a:gd name="connsiteX1" fmla="*/ 19050 w 228600"/>
                <a:gd name="connsiteY1" fmla="*/ 78740 h 252095"/>
                <a:gd name="connsiteX2" fmla="*/ 0 w 228600"/>
                <a:gd name="connsiteY2" fmla="*/ 0 h 252095"/>
                <a:gd name="connsiteX3" fmla="*/ 154305 w 228600"/>
                <a:gd name="connsiteY3" fmla="*/ 39688 h 252095"/>
                <a:gd name="connsiteX4" fmla="*/ 228600 w 228600"/>
                <a:gd name="connsiteY4" fmla="*/ 203835 h 252095"/>
                <a:gd name="connsiteX5" fmla="*/ 181610 w 228600"/>
                <a:gd name="connsiteY5" fmla="*/ 252095 h 252095"/>
                <a:gd name="connsiteX6" fmla="*/ 126365 w 228600"/>
                <a:gd name="connsiteY6" fmla="*/ 67628 h 252095"/>
                <a:gd name="connsiteX0" fmla="*/ 113665 w 215900"/>
                <a:gd name="connsiteY0" fmla="*/ 32068 h 216535"/>
                <a:gd name="connsiteX1" fmla="*/ 6350 w 215900"/>
                <a:gd name="connsiteY1" fmla="*/ 43180 h 216535"/>
                <a:gd name="connsiteX2" fmla="*/ 0 w 215900"/>
                <a:gd name="connsiteY2" fmla="*/ 0 h 216535"/>
                <a:gd name="connsiteX3" fmla="*/ 141605 w 215900"/>
                <a:gd name="connsiteY3" fmla="*/ 4128 h 216535"/>
                <a:gd name="connsiteX4" fmla="*/ 215900 w 215900"/>
                <a:gd name="connsiteY4" fmla="*/ 168275 h 216535"/>
                <a:gd name="connsiteX5" fmla="*/ 168910 w 215900"/>
                <a:gd name="connsiteY5" fmla="*/ 216535 h 216535"/>
                <a:gd name="connsiteX6" fmla="*/ 113665 w 215900"/>
                <a:gd name="connsiteY6" fmla="*/ 32068 h 216535"/>
                <a:gd name="connsiteX0" fmla="*/ 113665 w 215900"/>
                <a:gd name="connsiteY0" fmla="*/ 32068 h 168275"/>
                <a:gd name="connsiteX1" fmla="*/ 6350 w 215900"/>
                <a:gd name="connsiteY1" fmla="*/ 43180 h 168275"/>
                <a:gd name="connsiteX2" fmla="*/ 0 w 215900"/>
                <a:gd name="connsiteY2" fmla="*/ 0 h 168275"/>
                <a:gd name="connsiteX3" fmla="*/ 141605 w 215900"/>
                <a:gd name="connsiteY3" fmla="*/ 4128 h 168275"/>
                <a:gd name="connsiteX4" fmla="*/ 215900 w 215900"/>
                <a:gd name="connsiteY4" fmla="*/ 168275 h 168275"/>
                <a:gd name="connsiteX5" fmla="*/ 118963 w 215900"/>
                <a:gd name="connsiteY5" fmla="*/ 94263 h 168275"/>
                <a:gd name="connsiteX6" fmla="*/ 113665 w 215900"/>
                <a:gd name="connsiteY6" fmla="*/ 32068 h 168275"/>
                <a:gd name="connsiteX0" fmla="*/ 113665 w 179401"/>
                <a:gd name="connsiteY0" fmla="*/ 32068 h 94263"/>
                <a:gd name="connsiteX1" fmla="*/ 6350 w 179401"/>
                <a:gd name="connsiteY1" fmla="*/ 43180 h 94263"/>
                <a:gd name="connsiteX2" fmla="*/ 0 w 179401"/>
                <a:gd name="connsiteY2" fmla="*/ 0 h 94263"/>
                <a:gd name="connsiteX3" fmla="*/ 141605 w 179401"/>
                <a:gd name="connsiteY3" fmla="*/ 4128 h 94263"/>
                <a:gd name="connsiteX4" fmla="*/ 179401 w 179401"/>
                <a:gd name="connsiteY4" fmla="*/ 78922 h 94263"/>
                <a:gd name="connsiteX5" fmla="*/ 118963 w 179401"/>
                <a:gd name="connsiteY5" fmla="*/ 94263 h 94263"/>
                <a:gd name="connsiteX6" fmla="*/ 113665 w 179401"/>
                <a:gd name="connsiteY6" fmla="*/ 32068 h 94263"/>
                <a:gd name="connsiteX0" fmla="*/ 107315 w 173051"/>
                <a:gd name="connsiteY0" fmla="*/ 40582 h 102777"/>
                <a:gd name="connsiteX1" fmla="*/ 0 w 173051"/>
                <a:gd name="connsiteY1" fmla="*/ 51694 h 102777"/>
                <a:gd name="connsiteX2" fmla="*/ 61510 w 173051"/>
                <a:gd name="connsiteY2" fmla="*/ 0 h 102777"/>
                <a:gd name="connsiteX3" fmla="*/ 135255 w 173051"/>
                <a:gd name="connsiteY3" fmla="*/ 12642 h 102777"/>
                <a:gd name="connsiteX4" fmla="*/ 173051 w 173051"/>
                <a:gd name="connsiteY4" fmla="*/ 87436 h 102777"/>
                <a:gd name="connsiteX5" fmla="*/ 112613 w 173051"/>
                <a:gd name="connsiteY5" fmla="*/ 102777 h 102777"/>
                <a:gd name="connsiteX6" fmla="*/ 107315 w 173051"/>
                <a:gd name="connsiteY6" fmla="*/ 40582 h 102777"/>
                <a:gd name="connsiteX0" fmla="*/ 50782 w 116518"/>
                <a:gd name="connsiteY0" fmla="*/ 40582 h 102777"/>
                <a:gd name="connsiteX1" fmla="*/ 0 w 116518"/>
                <a:gd name="connsiteY1" fmla="*/ 42321 h 102777"/>
                <a:gd name="connsiteX2" fmla="*/ 4977 w 116518"/>
                <a:gd name="connsiteY2" fmla="*/ 0 h 102777"/>
                <a:gd name="connsiteX3" fmla="*/ 78722 w 116518"/>
                <a:gd name="connsiteY3" fmla="*/ 12642 h 102777"/>
                <a:gd name="connsiteX4" fmla="*/ 116518 w 116518"/>
                <a:gd name="connsiteY4" fmla="*/ 87436 h 102777"/>
                <a:gd name="connsiteX5" fmla="*/ 56080 w 116518"/>
                <a:gd name="connsiteY5" fmla="*/ 102777 h 102777"/>
                <a:gd name="connsiteX6" fmla="*/ 50782 w 116518"/>
                <a:gd name="connsiteY6" fmla="*/ 40582 h 102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18" h="102777">
                  <a:moveTo>
                    <a:pt x="50782" y="40582"/>
                  </a:moveTo>
                  <a:lnTo>
                    <a:pt x="0" y="42321"/>
                  </a:lnTo>
                  <a:lnTo>
                    <a:pt x="4977" y="0"/>
                  </a:lnTo>
                  <a:lnTo>
                    <a:pt x="78722" y="12642"/>
                  </a:lnTo>
                  <a:lnTo>
                    <a:pt x="116518" y="87436"/>
                  </a:lnTo>
                  <a:lnTo>
                    <a:pt x="56080" y="102777"/>
                  </a:lnTo>
                  <a:lnTo>
                    <a:pt x="50782" y="4058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/>
            </a:p>
          </p:txBody>
        </p:sp>
      </p:grpSp>
      <p:pic>
        <p:nvPicPr>
          <p:cNvPr id="1182" name="Picture 8">
            <a:extLst>
              <a:ext uri="{FF2B5EF4-FFF2-40B4-BE49-F238E27FC236}">
                <a16:creationId xmlns:a16="http://schemas.microsoft.com/office/drawing/2014/main" id="{7DFF0489-C307-9611-8011-36B1CA9868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2" t="541" r="22003" b="-541"/>
          <a:stretch/>
        </p:blipFill>
        <p:spPr bwMode="auto">
          <a:xfrm>
            <a:off x="1392759" y="3774018"/>
            <a:ext cx="2499353" cy="239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4" name="Rectángulo 1183">
            <a:extLst>
              <a:ext uri="{FF2B5EF4-FFF2-40B4-BE49-F238E27FC236}">
                <a16:creationId xmlns:a16="http://schemas.microsoft.com/office/drawing/2014/main" id="{2EE50C3A-8664-F28B-1558-FB54F2489F64}"/>
              </a:ext>
            </a:extLst>
          </p:cNvPr>
          <p:cNvSpPr/>
          <p:nvPr/>
        </p:nvSpPr>
        <p:spPr>
          <a:xfrm>
            <a:off x="3794760" y="5740832"/>
            <a:ext cx="3171413" cy="1054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8456151-58CE-3EB5-0A15-E7D10E7B3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9798" y="2698863"/>
            <a:ext cx="1706514" cy="170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2E2FA0C0-549D-26BF-46A8-D945E9EF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6888" y="2673364"/>
            <a:ext cx="1706514" cy="170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entágono 4">
            <a:extLst>
              <a:ext uri="{FF2B5EF4-FFF2-40B4-BE49-F238E27FC236}">
                <a16:creationId xmlns:a16="http://schemas.microsoft.com/office/drawing/2014/main" id="{F87F0CB5-0C15-E241-AD14-F94E1D4BC9A2}"/>
              </a:ext>
            </a:extLst>
          </p:cNvPr>
          <p:cNvSpPr/>
          <p:nvPr/>
        </p:nvSpPr>
        <p:spPr>
          <a:xfrm>
            <a:off x="8474675" y="2838008"/>
            <a:ext cx="425759" cy="1047352"/>
          </a:xfrm>
          <a:custGeom>
            <a:avLst/>
            <a:gdLst>
              <a:gd name="connsiteX0" fmla="*/ 1 w 620456"/>
              <a:gd name="connsiteY0" fmla="*/ 280719 h 734934"/>
              <a:gd name="connsiteX1" fmla="*/ 310228 w 620456"/>
              <a:gd name="connsiteY1" fmla="*/ 0 h 734934"/>
              <a:gd name="connsiteX2" fmla="*/ 620455 w 620456"/>
              <a:gd name="connsiteY2" fmla="*/ 280719 h 734934"/>
              <a:gd name="connsiteX3" fmla="*/ 501959 w 620456"/>
              <a:gd name="connsiteY3" fmla="*/ 734932 h 734934"/>
              <a:gd name="connsiteX4" fmla="*/ 118497 w 620456"/>
              <a:gd name="connsiteY4" fmla="*/ 734932 h 734934"/>
              <a:gd name="connsiteX5" fmla="*/ 1 w 620456"/>
              <a:gd name="connsiteY5" fmla="*/ 280719 h 734934"/>
              <a:gd name="connsiteX0" fmla="*/ 0 w 540444"/>
              <a:gd name="connsiteY0" fmla="*/ 8304 h 734932"/>
              <a:gd name="connsiteX1" fmla="*/ 230217 w 540444"/>
              <a:gd name="connsiteY1" fmla="*/ 0 h 734932"/>
              <a:gd name="connsiteX2" fmla="*/ 540444 w 540444"/>
              <a:gd name="connsiteY2" fmla="*/ 280719 h 734932"/>
              <a:gd name="connsiteX3" fmla="*/ 421948 w 540444"/>
              <a:gd name="connsiteY3" fmla="*/ 734932 h 734932"/>
              <a:gd name="connsiteX4" fmla="*/ 38486 w 540444"/>
              <a:gd name="connsiteY4" fmla="*/ 734932 h 734932"/>
              <a:gd name="connsiteX5" fmla="*/ 0 w 540444"/>
              <a:gd name="connsiteY5" fmla="*/ 8304 h 734932"/>
              <a:gd name="connsiteX0" fmla="*/ 0 w 574734"/>
              <a:gd name="connsiteY0" fmla="*/ 0 h 745678"/>
              <a:gd name="connsiteX1" fmla="*/ 264507 w 574734"/>
              <a:gd name="connsiteY1" fmla="*/ 10746 h 745678"/>
              <a:gd name="connsiteX2" fmla="*/ 574734 w 574734"/>
              <a:gd name="connsiteY2" fmla="*/ 291465 h 745678"/>
              <a:gd name="connsiteX3" fmla="*/ 456238 w 574734"/>
              <a:gd name="connsiteY3" fmla="*/ 745678 h 745678"/>
              <a:gd name="connsiteX4" fmla="*/ 72776 w 574734"/>
              <a:gd name="connsiteY4" fmla="*/ 745678 h 745678"/>
              <a:gd name="connsiteX5" fmla="*/ 0 w 574734"/>
              <a:gd name="connsiteY5" fmla="*/ 0 h 745678"/>
              <a:gd name="connsiteX0" fmla="*/ 0 w 574734"/>
              <a:gd name="connsiteY0" fmla="*/ 0 h 955228"/>
              <a:gd name="connsiteX1" fmla="*/ 264507 w 574734"/>
              <a:gd name="connsiteY1" fmla="*/ 10746 h 955228"/>
              <a:gd name="connsiteX2" fmla="*/ 574734 w 574734"/>
              <a:gd name="connsiteY2" fmla="*/ 291465 h 955228"/>
              <a:gd name="connsiteX3" fmla="*/ 456238 w 574734"/>
              <a:gd name="connsiteY3" fmla="*/ 745678 h 955228"/>
              <a:gd name="connsiteX4" fmla="*/ 19436 w 574734"/>
              <a:gd name="connsiteY4" fmla="*/ 955228 h 955228"/>
              <a:gd name="connsiteX5" fmla="*/ 0 w 574734"/>
              <a:gd name="connsiteY5" fmla="*/ 0 h 955228"/>
              <a:gd name="connsiteX0" fmla="*/ 0 w 574734"/>
              <a:gd name="connsiteY0" fmla="*/ 0 h 955228"/>
              <a:gd name="connsiteX1" fmla="*/ 264507 w 574734"/>
              <a:gd name="connsiteY1" fmla="*/ 10746 h 955228"/>
              <a:gd name="connsiteX2" fmla="*/ 574734 w 574734"/>
              <a:gd name="connsiteY2" fmla="*/ 291465 h 955228"/>
              <a:gd name="connsiteX3" fmla="*/ 418138 w 574734"/>
              <a:gd name="connsiteY3" fmla="*/ 953323 h 955228"/>
              <a:gd name="connsiteX4" fmla="*/ 19436 w 574734"/>
              <a:gd name="connsiteY4" fmla="*/ 955228 h 955228"/>
              <a:gd name="connsiteX5" fmla="*/ 0 w 574734"/>
              <a:gd name="connsiteY5" fmla="*/ 0 h 955228"/>
              <a:gd name="connsiteX0" fmla="*/ 0 w 418524"/>
              <a:gd name="connsiteY0" fmla="*/ 7620 h 962848"/>
              <a:gd name="connsiteX1" fmla="*/ 264507 w 418524"/>
              <a:gd name="connsiteY1" fmla="*/ 18366 h 962848"/>
              <a:gd name="connsiteX2" fmla="*/ 418524 w 418524"/>
              <a:gd name="connsiteY2" fmla="*/ 0 h 962848"/>
              <a:gd name="connsiteX3" fmla="*/ 418138 w 418524"/>
              <a:gd name="connsiteY3" fmla="*/ 960943 h 962848"/>
              <a:gd name="connsiteX4" fmla="*/ 19436 w 418524"/>
              <a:gd name="connsiteY4" fmla="*/ 962848 h 962848"/>
              <a:gd name="connsiteX5" fmla="*/ 0 w 418524"/>
              <a:gd name="connsiteY5" fmla="*/ 7620 h 962848"/>
              <a:gd name="connsiteX0" fmla="*/ 0 w 418524"/>
              <a:gd name="connsiteY0" fmla="*/ 92124 h 1047352"/>
              <a:gd name="connsiteX1" fmla="*/ 203547 w 418524"/>
              <a:gd name="connsiteY1" fmla="*/ 0 h 1047352"/>
              <a:gd name="connsiteX2" fmla="*/ 418524 w 418524"/>
              <a:gd name="connsiteY2" fmla="*/ 84504 h 1047352"/>
              <a:gd name="connsiteX3" fmla="*/ 418138 w 418524"/>
              <a:gd name="connsiteY3" fmla="*/ 1045447 h 1047352"/>
              <a:gd name="connsiteX4" fmla="*/ 19436 w 418524"/>
              <a:gd name="connsiteY4" fmla="*/ 1047352 h 1047352"/>
              <a:gd name="connsiteX5" fmla="*/ 0 w 418524"/>
              <a:gd name="connsiteY5" fmla="*/ 92124 h 1047352"/>
              <a:gd name="connsiteX0" fmla="*/ 0 w 425759"/>
              <a:gd name="connsiteY0" fmla="*/ 92124 h 1047352"/>
              <a:gd name="connsiteX1" fmla="*/ 203547 w 425759"/>
              <a:gd name="connsiteY1" fmla="*/ 0 h 1047352"/>
              <a:gd name="connsiteX2" fmla="*/ 418524 w 425759"/>
              <a:gd name="connsiteY2" fmla="*/ 84504 h 1047352"/>
              <a:gd name="connsiteX3" fmla="*/ 425758 w 425759"/>
              <a:gd name="connsiteY3" fmla="*/ 1045447 h 1047352"/>
              <a:gd name="connsiteX4" fmla="*/ 19436 w 425759"/>
              <a:gd name="connsiteY4" fmla="*/ 1047352 h 1047352"/>
              <a:gd name="connsiteX5" fmla="*/ 0 w 425759"/>
              <a:gd name="connsiteY5" fmla="*/ 92124 h 1047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5759" h="1047352">
                <a:moveTo>
                  <a:pt x="0" y="92124"/>
                </a:moveTo>
                <a:lnTo>
                  <a:pt x="203547" y="0"/>
                </a:lnTo>
                <a:lnTo>
                  <a:pt x="418524" y="84504"/>
                </a:lnTo>
                <a:cubicBezTo>
                  <a:pt x="418395" y="404818"/>
                  <a:pt x="425887" y="725133"/>
                  <a:pt x="425758" y="1045447"/>
                </a:cubicBezTo>
                <a:lnTo>
                  <a:pt x="19436" y="1047352"/>
                </a:lnTo>
                <a:lnTo>
                  <a:pt x="0" y="92124"/>
                </a:lnTo>
                <a:close/>
              </a:path>
            </a:pathLst>
          </a:custGeom>
          <a:solidFill>
            <a:srgbClr val="5DD5F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138" name="Rectángulo 1133">
            <a:extLst>
              <a:ext uri="{FF2B5EF4-FFF2-40B4-BE49-F238E27FC236}">
                <a16:creationId xmlns:a16="http://schemas.microsoft.com/office/drawing/2014/main" id="{1705B312-7605-665B-AD8F-47A577D8191E}"/>
              </a:ext>
            </a:extLst>
          </p:cNvPr>
          <p:cNvSpPr/>
          <p:nvPr/>
        </p:nvSpPr>
        <p:spPr>
          <a:xfrm>
            <a:off x="8350149" y="3833173"/>
            <a:ext cx="684738" cy="47503"/>
          </a:xfrm>
          <a:custGeom>
            <a:avLst/>
            <a:gdLst>
              <a:gd name="connsiteX0" fmla="*/ 0 w 1454534"/>
              <a:gd name="connsiteY0" fmla="*/ 0 h 1700490"/>
              <a:gd name="connsiteX1" fmla="*/ 1454534 w 1454534"/>
              <a:gd name="connsiteY1" fmla="*/ 0 h 1700490"/>
              <a:gd name="connsiteX2" fmla="*/ 1454534 w 1454534"/>
              <a:gd name="connsiteY2" fmla="*/ 1700490 h 1700490"/>
              <a:gd name="connsiteX3" fmla="*/ 0 w 1454534"/>
              <a:gd name="connsiteY3" fmla="*/ 1700490 h 1700490"/>
              <a:gd name="connsiteX4" fmla="*/ 0 w 1454534"/>
              <a:gd name="connsiteY4" fmla="*/ 0 h 1700490"/>
              <a:gd name="connsiteX0" fmla="*/ 1310640 w 1454534"/>
              <a:gd name="connsiteY0" fmla="*/ 36576 h 1700490"/>
              <a:gd name="connsiteX1" fmla="*/ 1454534 w 1454534"/>
              <a:gd name="connsiteY1" fmla="*/ 0 h 1700490"/>
              <a:gd name="connsiteX2" fmla="*/ 1454534 w 1454534"/>
              <a:gd name="connsiteY2" fmla="*/ 1700490 h 1700490"/>
              <a:gd name="connsiteX3" fmla="*/ 0 w 1454534"/>
              <a:gd name="connsiteY3" fmla="*/ 1700490 h 1700490"/>
              <a:gd name="connsiteX4" fmla="*/ 1310640 w 1454534"/>
              <a:gd name="connsiteY4" fmla="*/ 36576 h 1700490"/>
              <a:gd name="connsiteX0" fmla="*/ 1310640 w 1454534"/>
              <a:gd name="connsiteY0" fmla="*/ 36576 h 1810218"/>
              <a:gd name="connsiteX1" fmla="*/ 1454534 w 1454534"/>
              <a:gd name="connsiteY1" fmla="*/ 0 h 1810218"/>
              <a:gd name="connsiteX2" fmla="*/ 284102 w 1454534"/>
              <a:gd name="connsiteY2" fmla="*/ 1810218 h 1810218"/>
              <a:gd name="connsiteX3" fmla="*/ 0 w 1454534"/>
              <a:gd name="connsiteY3" fmla="*/ 1700490 h 1810218"/>
              <a:gd name="connsiteX4" fmla="*/ 1310640 w 1454534"/>
              <a:gd name="connsiteY4" fmla="*/ 36576 h 1810218"/>
              <a:gd name="connsiteX0" fmla="*/ 1450848 w 1594742"/>
              <a:gd name="connsiteY0" fmla="*/ 36576 h 1816314"/>
              <a:gd name="connsiteX1" fmla="*/ 1594742 w 1594742"/>
              <a:gd name="connsiteY1" fmla="*/ 0 h 1816314"/>
              <a:gd name="connsiteX2" fmla="*/ 424310 w 1594742"/>
              <a:gd name="connsiteY2" fmla="*/ 1810218 h 1816314"/>
              <a:gd name="connsiteX3" fmla="*/ 0 w 1594742"/>
              <a:gd name="connsiteY3" fmla="*/ 1816314 h 1816314"/>
              <a:gd name="connsiteX4" fmla="*/ 1450848 w 1594742"/>
              <a:gd name="connsiteY4" fmla="*/ 36576 h 1816314"/>
              <a:gd name="connsiteX0" fmla="*/ 1450848 w 1594742"/>
              <a:gd name="connsiteY0" fmla="*/ 36576 h 1816314"/>
              <a:gd name="connsiteX1" fmla="*/ 1594742 w 1594742"/>
              <a:gd name="connsiteY1" fmla="*/ 0 h 1816314"/>
              <a:gd name="connsiteX2" fmla="*/ 253622 w 1594742"/>
              <a:gd name="connsiteY2" fmla="*/ 1804122 h 1816314"/>
              <a:gd name="connsiteX3" fmla="*/ 0 w 1594742"/>
              <a:gd name="connsiteY3" fmla="*/ 1816314 h 1816314"/>
              <a:gd name="connsiteX4" fmla="*/ 1450848 w 1594742"/>
              <a:gd name="connsiteY4" fmla="*/ 36576 h 1816314"/>
              <a:gd name="connsiteX0" fmla="*/ 1450848 w 1991001"/>
              <a:gd name="connsiteY0" fmla="*/ 0 h 1779738"/>
              <a:gd name="connsiteX1" fmla="*/ 1991001 w 1991001"/>
              <a:gd name="connsiteY1" fmla="*/ 5334 h 1779738"/>
              <a:gd name="connsiteX2" fmla="*/ 253622 w 1991001"/>
              <a:gd name="connsiteY2" fmla="*/ 1767546 h 1779738"/>
              <a:gd name="connsiteX3" fmla="*/ 0 w 1991001"/>
              <a:gd name="connsiteY3" fmla="*/ 1779738 h 1779738"/>
              <a:gd name="connsiteX4" fmla="*/ 1450848 w 1991001"/>
              <a:gd name="connsiteY4" fmla="*/ 0 h 1779738"/>
              <a:gd name="connsiteX0" fmla="*/ 1927302 w 1991001"/>
              <a:gd name="connsiteY0" fmla="*/ 13716 h 1774404"/>
              <a:gd name="connsiteX1" fmla="*/ 1991001 w 1991001"/>
              <a:gd name="connsiteY1" fmla="*/ 0 h 1774404"/>
              <a:gd name="connsiteX2" fmla="*/ 253622 w 1991001"/>
              <a:gd name="connsiteY2" fmla="*/ 1762212 h 1774404"/>
              <a:gd name="connsiteX3" fmla="*/ 0 w 1991001"/>
              <a:gd name="connsiteY3" fmla="*/ 1774404 h 1774404"/>
              <a:gd name="connsiteX4" fmla="*/ 1927302 w 1991001"/>
              <a:gd name="connsiteY4" fmla="*/ 13716 h 1774404"/>
              <a:gd name="connsiteX0" fmla="*/ 1927302 w 2035816"/>
              <a:gd name="connsiteY0" fmla="*/ 51816 h 1812504"/>
              <a:gd name="connsiteX1" fmla="*/ 2035816 w 2035816"/>
              <a:gd name="connsiteY1" fmla="*/ 0 h 1812504"/>
              <a:gd name="connsiteX2" fmla="*/ 253622 w 2035816"/>
              <a:gd name="connsiteY2" fmla="*/ 1800312 h 1812504"/>
              <a:gd name="connsiteX3" fmla="*/ 0 w 2035816"/>
              <a:gd name="connsiteY3" fmla="*/ 1812504 h 1812504"/>
              <a:gd name="connsiteX4" fmla="*/ 1927302 w 2035816"/>
              <a:gd name="connsiteY4" fmla="*/ 51816 h 1812504"/>
              <a:gd name="connsiteX0" fmla="*/ 1967399 w 2035816"/>
              <a:gd name="connsiteY0" fmla="*/ 0 h 1821648"/>
              <a:gd name="connsiteX1" fmla="*/ 2035816 w 2035816"/>
              <a:gd name="connsiteY1" fmla="*/ 9144 h 1821648"/>
              <a:gd name="connsiteX2" fmla="*/ 253622 w 2035816"/>
              <a:gd name="connsiteY2" fmla="*/ 1809456 h 1821648"/>
              <a:gd name="connsiteX3" fmla="*/ 0 w 2035816"/>
              <a:gd name="connsiteY3" fmla="*/ 1821648 h 1821648"/>
              <a:gd name="connsiteX4" fmla="*/ 1967399 w 2035816"/>
              <a:gd name="connsiteY4" fmla="*/ 0 h 1821648"/>
              <a:gd name="connsiteX0" fmla="*/ 1713777 w 1782194"/>
              <a:gd name="connsiteY0" fmla="*/ 0 h 1809457"/>
              <a:gd name="connsiteX1" fmla="*/ 1782194 w 1782194"/>
              <a:gd name="connsiteY1" fmla="*/ 9144 h 1809457"/>
              <a:gd name="connsiteX2" fmla="*/ 0 w 1782194"/>
              <a:gd name="connsiteY2" fmla="*/ 1809456 h 1809457"/>
              <a:gd name="connsiteX3" fmla="*/ 104898 w 1782194"/>
              <a:gd name="connsiteY3" fmla="*/ 477847 h 1809457"/>
              <a:gd name="connsiteX4" fmla="*/ 1713777 w 1782194"/>
              <a:gd name="connsiteY4" fmla="*/ 0 h 1809457"/>
              <a:gd name="connsiteX0" fmla="*/ 1625719 w 1694136"/>
              <a:gd name="connsiteY0" fmla="*/ 0 h 659473"/>
              <a:gd name="connsiteX1" fmla="*/ 1694136 w 1694136"/>
              <a:gd name="connsiteY1" fmla="*/ 9144 h 659473"/>
              <a:gd name="connsiteX2" fmla="*/ 0 w 1694136"/>
              <a:gd name="connsiteY2" fmla="*/ 659473 h 659473"/>
              <a:gd name="connsiteX3" fmla="*/ 16840 w 1694136"/>
              <a:gd name="connsiteY3" fmla="*/ 477847 h 659473"/>
              <a:gd name="connsiteX4" fmla="*/ 1625719 w 1694136"/>
              <a:gd name="connsiteY4" fmla="*/ 0 h 659473"/>
              <a:gd name="connsiteX0" fmla="*/ 1625719 w 1625719"/>
              <a:gd name="connsiteY0" fmla="*/ 0 h 659473"/>
              <a:gd name="connsiteX1" fmla="*/ 822996 w 1625719"/>
              <a:gd name="connsiteY1" fmla="*/ 506609 h 659473"/>
              <a:gd name="connsiteX2" fmla="*/ 0 w 1625719"/>
              <a:gd name="connsiteY2" fmla="*/ 659473 h 659473"/>
              <a:gd name="connsiteX3" fmla="*/ 16840 w 1625719"/>
              <a:gd name="connsiteY3" fmla="*/ 477847 h 659473"/>
              <a:gd name="connsiteX4" fmla="*/ 1625719 w 1625719"/>
              <a:gd name="connsiteY4" fmla="*/ 0 h 659473"/>
              <a:gd name="connsiteX0" fmla="*/ 864651 w 864651"/>
              <a:gd name="connsiteY0" fmla="*/ 0 h 200772"/>
              <a:gd name="connsiteX1" fmla="*/ 822996 w 864651"/>
              <a:gd name="connsiteY1" fmla="*/ 47908 h 200772"/>
              <a:gd name="connsiteX2" fmla="*/ 0 w 864651"/>
              <a:gd name="connsiteY2" fmla="*/ 200772 h 200772"/>
              <a:gd name="connsiteX3" fmla="*/ 16840 w 864651"/>
              <a:gd name="connsiteY3" fmla="*/ 19146 h 200772"/>
              <a:gd name="connsiteX4" fmla="*/ 864651 w 864651"/>
              <a:gd name="connsiteY4" fmla="*/ 0 h 200772"/>
              <a:gd name="connsiteX0" fmla="*/ 847811 w 847811"/>
              <a:gd name="connsiteY0" fmla="*/ 0 h 103863"/>
              <a:gd name="connsiteX1" fmla="*/ 806156 w 847811"/>
              <a:gd name="connsiteY1" fmla="*/ 47908 h 103863"/>
              <a:gd name="connsiteX2" fmla="*/ 70431 w 847811"/>
              <a:gd name="connsiteY2" fmla="*/ 103863 h 103863"/>
              <a:gd name="connsiteX3" fmla="*/ 0 w 847811"/>
              <a:gd name="connsiteY3" fmla="*/ 19146 h 103863"/>
              <a:gd name="connsiteX4" fmla="*/ 847811 w 847811"/>
              <a:gd name="connsiteY4" fmla="*/ 0 h 103863"/>
              <a:gd name="connsiteX0" fmla="*/ 847811 w 847811"/>
              <a:gd name="connsiteY0" fmla="*/ 0 h 103863"/>
              <a:gd name="connsiteX1" fmla="*/ 803797 w 847811"/>
              <a:gd name="connsiteY1" fmla="*/ 81826 h 103863"/>
              <a:gd name="connsiteX2" fmla="*/ 70431 w 847811"/>
              <a:gd name="connsiteY2" fmla="*/ 103863 h 103863"/>
              <a:gd name="connsiteX3" fmla="*/ 0 w 847811"/>
              <a:gd name="connsiteY3" fmla="*/ 19146 h 103863"/>
              <a:gd name="connsiteX4" fmla="*/ 847811 w 847811"/>
              <a:gd name="connsiteY4" fmla="*/ 0 h 103863"/>
              <a:gd name="connsiteX0" fmla="*/ 847811 w 847811"/>
              <a:gd name="connsiteY0" fmla="*/ 5082 h 84718"/>
              <a:gd name="connsiteX1" fmla="*/ 803797 w 847811"/>
              <a:gd name="connsiteY1" fmla="*/ 62681 h 84718"/>
              <a:gd name="connsiteX2" fmla="*/ 70431 w 847811"/>
              <a:gd name="connsiteY2" fmla="*/ 84718 h 84718"/>
              <a:gd name="connsiteX3" fmla="*/ 0 w 847811"/>
              <a:gd name="connsiteY3" fmla="*/ 1 h 84718"/>
              <a:gd name="connsiteX4" fmla="*/ 847811 w 847811"/>
              <a:gd name="connsiteY4" fmla="*/ 5082 h 84718"/>
              <a:gd name="connsiteX0" fmla="*/ 847811 w 847811"/>
              <a:gd name="connsiteY0" fmla="*/ 5082 h 62681"/>
              <a:gd name="connsiteX1" fmla="*/ 803797 w 847811"/>
              <a:gd name="connsiteY1" fmla="*/ 62681 h 62681"/>
              <a:gd name="connsiteX2" fmla="*/ 63355 w 847811"/>
              <a:gd name="connsiteY2" fmla="*/ 31418 h 62681"/>
              <a:gd name="connsiteX3" fmla="*/ 0 w 847811"/>
              <a:gd name="connsiteY3" fmla="*/ 1 h 62681"/>
              <a:gd name="connsiteX4" fmla="*/ 847811 w 847811"/>
              <a:gd name="connsiteY4" fmla="*/ 5082 h 62681"/>
              <a:gd name="connsiteX0" fmla="*/ 847811 w 847811"/>
              <a:gd name="connsiteY0" fmla="*/ 5082 h 65336"/>
              <a:gd name="connsiteX1" fmla="*/ 803797 w 847811"/>
              <a:gd name="connsiteY1" fmla="*/ 62681 h 65336"/>
              <a:gd name="connsiteX2" fmla="*/ 53920 w 847811"/>
              <a:gd name="connsiteY2" fmla="*/ 65336 h 65336"/>
              <a:gd name="connsiteX3" fmla="*/ 0 w 847811"/>
              <a:gd name="connsiteY3" fmla="*/ 1 h 65336"/>
              <a:gd name="connsiteX4" fmla="*/ 847811 w 847811"/>
              <a:gd name="connsiteY4" fmla="*/ 5082 h 65336"/>
              <a:gd name="connsiteX0" fmla="*/ 847811 w 847811"/>
              <a:gd name="connsiteY0" fmla="*/ 5082 h 82062"/>
              <a:gd name="connsiteX1" fmla="*/ 796721 w 847811"/>
              <a:gd name="connsiteY1" fmla="*/ 82062 h 82062"/>
              <a:gd name="connsiteX2" fmla="*/ 53920 w 847811"/>
              <a:gd name="connsiteY2" fmla="*/ 65336 h 82062"/>
              <a:gd name="connsiteX3" fmla="*/ 0 w 847811"/>
              <a:gd name="connsiteY3" fmla="*/ 1 h 82062"/>
              <a:gd name="connsiteX4" fmla="*/ 847811 w 847811"/>
              <a:gd name="connsiteY4" fmla="*/ 5082 h 82062"/>
              <a:gd name="connsiteX0" fmla="*/ 847811 w 847811"/>
              <a:gd name="connsiteY0" fmla="*/ 5082 h 120825"/>
              <a:gd name="connsiteX1" fmla="*/ 815591 w 847811"/>
              <a:gd name="connsiteY1" fmla="*/ 120825 h 120825"/>
              <a:gd name="connsiteX2" fmla="*/ 53920 w 847811"/>
              <a:gd name="connsiteY2" fmla="*/ 65336 h 120825"/>
              <a:gd name="connsiteX3" fmla="*/ 0 w 847811"/>
              <a:gd name="connsiteY3" fmla="*/ 1 h 120825"/>
              <a:gd name="connsiteX4" fmla="*/ 847811 w 847811"/>
              <a:gd name="connsiteY4" fmla="*/ 5082 h 120825"/>
              <a:gd name="connsiteX0" fmla="*/ 847811 w 847811"/>
              <a:gd name="connsiteY0" fmla="*/ 5082 h 120825"/>
              <a:gd name="connsiteX1" fmla="*/ 815591 w 847811"/>
              <a:gd name="connsiteY1" fmla="*/ 120825 h 120825"/>
              <a:gd name="connsiteX2" fmla="*/ 53920 w 847811"/>
              <a:gd name="connsiteY2" fmla="*/ 65336 h 120825"/>
              <a:gd name="connsiteX3" fmla="*/ 0 w 847811"/>
              <a:gd name="connsiteY3" fmla="*/ 1 h 120825"/>
              <a:gd name="connsiteX4" fmla="*/ 847811 w 847811"/>
              <a:gd name="connsiteY4" fmla="*/ 5082 h 120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7811" h="120825">
                <a:moveTo>
                  <a:pt x="847811" y="5082"/>
                </a:moveTo>
                <a:cubicBezTo>
                  <a:pt x="837071" y="43663"/>
                  <a:pt x="842842" y="101626"/>
                  <a:pt x="815591" y="120825"/>
                </a:cubicBezTo>
                <a:lnTo>
                  <a:pt x="53920" y="65336"/>
                </a:lnTo>
                <a:lnTo>
                  <a:pt x="0" y="1"/>
                </a:lnTo>
                <a:lnTo>
                  <a:pt x="847811" y="508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FF20EFD-289B-9910-BF9D-D642DE81E481}"/>
              </a:ext>
            </a:extLst>
          </p:cNvPr>
          <p:cNvGrpSpPr/>
          <p:nvPr/>
        </p:nvGrpSpPr>
        <p:grpSpPr>
          <a:xfrm>
            <a:off x="7319836" y="4843502"/>
            <a:ext cx="758336" cy="899160"/>
            <a:chOff x="6221584" y="4794885"/>
            <a:chExt cx="758336" cy="89916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6348E68D-BE95-1F12-13D9-357578BF99AF}"/>
                </a:ext>
              </a:extLst>
            </p:cNvPr>
            <p:cNvSpPr/>
            <p:nvPr/>
          </p:nvSpPr>
          <p:spPr>
            <a:xfrm>
              <a:off x="6221584" y="4794885"/>
              <a:ext cx="758336" cy="4234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5E57E4D2-5A31-357E-E7BC-E2FCFE74D1CC}"/>
                </a:ext>
              </a:extLst>
            </p:cNvPr>
            <p:cNvSpPr/>
            <p:nvPr/>
          </p:nvSpPr>
          <p:spPr>
            <a:xfrm>
              <a:off x="6527336" y="5218381"/>
              <a:ext cx="146831" cy="1072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7A62F06-EF7F-4B16-4DE1-ED0B85D743B3}"/>
                </a:ext>
              </a:extLst>
            </p:cNvPr>
            <p:cNvSpPr/>
            <p:nvPr/>
          </p:nvSpPr>
          <p:spPr>
            <a:xfrm>
              <a:off x="6577891" y="5325647"/>
              <a:ext cx="45719" cy="3683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6684AB52-735C-B28C-8A98-628A11C96999}"/>
                </a:ext>
              </a:extLst>
            </p:cNvPr>
            <p:cNvGrpSpPr/>
            <p:nvPr/>
          </p:nvGrpSpPr>
          <p:grpSpPr>
            <a:xfrm>
              <a:off x="6288405" y="4863465"/>
              <a:ext cx="140970" cy="177165"/>
              <a:chOff x="6288405" y="4863465"/>
              <a:chExt cx="140970" cy="177165"/>
            </a:xfrm>
          </p:grpSpPr>
          <p:cxnSp>
            <p:nvCxnSpPr>
              <p:cNvPr id="23" name="Conector recto 22">
                <a:extLst>
                  <a:ext uri="{FF2B5EF4-FFF2-40B4-BE49-F238E27FC236}">
                    <a16:creationId xmlns:a16="http://schemas.microsoft.com/office/drawing/2014/main" id="{6CA71890-16B5-0B5A-E59E-770EB40C37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B2DFF549-98E0-35C4-A482-FBB61C0FB6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ector recto 24">
                <a:extLst>
                  <a:ext uri="{FF2B5EF4-FFF2-40B4-BE49-F238E27FC236}">
                    <a16:creationId xmlns:a16="http://schemas.microsoft.com/office/drawing/2014/main" id="{C2CF6616-979B-AC02-AED4-7D34A45AD4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822E60E4-8123-8632-A30F-24F7E1E4A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DC62C00A-9D94-F9BC-DFA1-25C76BB907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12174EE0-C617-EABD-8E17-7E2D1ABD73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AB7887A3-76C0-4716-A2E0-9308D637A80E}"/>
                </a:ext>
              </a:extLst>
            </p:cNvPr>
            <p:cNvGrpSpPr/>
            <p:nvPr/>
          </p:nvGrpSpPr>
          <p:grpSpPr>
            <a:xfrm>
              <a:off x="6785610" y="4863465"/>
              <a:ext cx="140970" cy="177165"/>
              <a:chOff x="6288405" y="4863465"/>
              <a:chExt cx="140970" cy="177165"/>
            </a:xfrm>
          </p:grpSpPr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F6916B86-2765-2A89-3F26-CA767EC8E3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8F9D915C-5E34-13F0-635D-46D8039F08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E9CFBC86-73F3-6F4B-8AB7-989E2AEA5F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C4D89EAD-B279-CC18-894E-EBD1BB2C9F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4E49EB8C-AB61-FD13-0CBC-C70D7C6DD3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288E6D9B-5A6B-AF01-8144-FF6D1A1D30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D0BDA85C-048D-FE26-9BA1-4F1A9DF1F3FB}"/>
                </a:ext>
              </a:extLst>
            </p:cNvPr>
            <p:cNvSpPr/>
            <p:nvPr/>
          </p:nvSpPr>
          <p:spPr>
            <a:xfrm>
              <a:off x="6852285" y="5124459"/>
              <a:ext cx="64770" cy="590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E04F7C39-F7E9-DD8C-F081-60161D5AF33B}"/>
              </a:ext>
            </a:extLst>
          </p:cNvPr>
          <p:cNvGrpSpPr/>
          <p:nvPr/>
        </p:nvGrpSpPr>
        <p:grpSpPr>
          <a:xfrm>
            <a:off x="9469481" y="4922486"/>
            <a:ext cx="659130" cy="796290"/>
            <a:chOff x="6221584" y="4794885"/>
            <a:chExt cx="758336" cy="899160"/>
          </a:xfrm>
        </p:grpSpPr>
        <p:sp>
          <p:nvSpPr>
            <p:cNvPr id="33" name="Rectángulo 32">
              <a:extLst>
                <a:ext uri="{FF2B5EF4-FFF2-40B4-BE49-F238E27FC236}">
                  <a16:creationId xmlns:a16="http://schemas.microsoft.com/office/drawing/2014/main" id="{1E1ED107-76C4-7B94-A0F9-5A161FC03B11}"/>
                </a:ext>
              </a:extLst>
            </p:cNvPr>
            <p:cNvSpPr/>
            <p:nvPr/>
          </p:nvSpPr>
          <p:spPr>
            <a:xfrm>
              <a:off x="6221584" y="4794885"/>
              <a:ext cx="758336" cy="4234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CCC9CC44-A936-EE0A-EBCC-AC23C877F7F0}"/>
                </a:ext>
              </a:extLst>
            </p:cNvPr>
            <p:cNvSpPr/>
            <p:nvPr/>
          </p:nvSpPr>
          <p:spPr>
            <a:xfrm>
              <a:off x="6527336" y="5218381"/>
              <a:ext cx="146831" cy="1072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6CAEFD47-A015-0266-8AB2-F79E09C89107}"/>
                </a:ext>
              </a:extLst>
            </p:cNvPr>
            <p:cNvSpPr/>
            <p:nvPr/>
          </p:nvSpPr>
          <p:spPr>
            <a:xfrm>
              <a:off x="6577891" y="5325647"/>
              <a:ext cx="45719" cy="3683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37" name="Grupo 36">
              <a:extLst>
                <a:ext uri="{FF2B5EF4-FFF2-40B4-BE49-F238E27FC236}">
                  <a16:creationId xmlns:a16="http://schemas.microsoft.com/office/drawing/2014/main" id="{2061A07E-8048-C96C-E030-572D17D4D81F}"/>
                </a:ext>
              </a:extLst>
            </p:cNvPr>
            <p:cNvGrpSpPr/>
            <p:nvPr/>
          </p:nvGrpSpPr>
          <p:grpSpPr>
            <a:xfrm>
              <a:off x="6288405" y="4863465"/>
              <a:ext cx="140970" cy="177165"/>
              <a:chOff x="6288405" y="4863465"/>
              <a:chExt cx="140970" cy="177165"/>
            </a:xfrm>
          </p:grpSpPr>
          <p:cxnSp>
            <p:nvCxnSpPr>
              <p:cNvPr id="52" name="Conector recto 51">
                <a:extLst>
                  <a:ext uri="{FF2B5EF4-FFF2-40B4-BE49-F238E27FC236}">
                    <a16:creationId xmlns:a16="http://schemas.microsoft.com/office/drawing/2014/main" id="{9A2E2756-FE85-6215-C913-606004E148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DFA93A11-9C8D-D00D-AFFD-9AB7A5F8E5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54">
                <a:extLst>
                  <a:ext uri="{FF2B5EF4-FFF2-40B4-BE49-F238E27FC236}">
                    <a16:creationId xmlns:a16="http://schemas.microsoft.com/office/drawing/2014/main" id="{5601AB90-6598-6FC1-5685-FE51A488AD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65617DFE-0B41-FFCB-5E5F-F80301558B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1B6BBA86-DFC3-D1A2-6009-526861FCC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2D8943B0-98B8-DCE0-3D53-5ECC302AA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upo 37">
              <a:extLst>
                <a:ext uri="{FF2B5EF4-FFF2-40B4-BE49-F238E27FC236}">
                  <a16:creationId xmlns:a16="http://schemas.microsoft.com/office/drawing/2014/main" id="{A0FA7FFE-70FB-DE01-E5B6-871378BA6840}"/>
                </a:ext>
              </a:extLst>
            </p:cNvPr>
            <p:cNvGrpSpPr/>
            <p:nvPr/>
          </p:nvGrpSpPr>
          <p:grpSpPr>
            <a:xfrm>
              <a:off x="6785610" y="4863465"/>
              <a:ext cx="140970" cy="177165"/>
              <a:chOff x="6288405" y="4863465"/>
              <a:chExt cx="140970" cy="177165"/>
            </a:xfrm>
          </p:grpSpPr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4C616E25-882D-FB9A-0104-F4AF8AED7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>
                <a:extLst>
                  <a:ext uri="{FF2B5EF4-FFF2-40B4-BE49-F238E27FC236}">
                    <a16:creationId xmlns:a16="http://schemas.microsoft.com/office/drawing/2014/main" id="{3AF2F8B3-7A82-B7A4-C785-F0914E47A5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1F9019BE-DE35-301A-5A1C-726A160C74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DF59E9D0-9710-CB5D-6D82-7E764D4C2E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cto 47">
                <a:extLst>
                  <a:ext uri="{FF2B5EF4-FFF2-40B4-BE49-F238E27FC236}">
                    <a16:creationId xmlns:a16="http://schemas.microsoft.com/office/drawing/2014/main" id="{12D5C6E6-C326-E839-A292-D5C5CFD801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cto 49">
                <a:extLst>
                  <a:ext uri="{FF2B5EF4-FFF2-40B4-BE49-F238E27FC236}">
                    <a16:creationId xmlns:a16="http://schemas.microsoft.com/office/drawing/2014/main" id="{12F37AEC-0EB7-DE5B-7DE2-2C8466CAB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Elipse 38">
              <a:extLst>
                <a:ext uri="{FF2B5EF4-FFF2-40B4-BE49-F238E27FC236}">
                  <a16:creationId xmlns:a16="http://schemas.microsoft.com/office/drawing/2014/main" id="{22A50886-5093-4263-E174-4D955513C787}"/>
                </a:ext>
              </a:extLst>
            </p:cNvPr>
            <p:cNvSpPr/>
            <p:nvPr/>
          </p:nvSpPr>
          <p:spPr>
            <a:xfrm>
              <a:off x="6852285" y="5124459"/>
              <a:ext cx="64770" cy="590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CE611149-E96E-31C2-694E-D3469BBB07E0}"/>
              </a:ext>
            </a:extLst>
          </p:cNvPr>
          <p:cNvGrpSpPr/>
          <p:nvPr/>
        </p:nvGrpSpPr>
        <p:grpSpPr>
          <a:xfrm>
            <a:off x="8371351" y="5500253"/>
            <a:ext cx="758336" cy="1110036"/>
            <a:chOff x="6221584" y="4794885"/>
            <a:chExt cx="758336" cy="900229"/>
          </a:xfrm>
        </p:grpSpPr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AA71EE9F-D51D-1684-4130-C46A6F687D75}"/>
                </a:ext>
              </a:extLst>
            </p:cNvPr>
            <p:cNvSpPr/>
            <p:nvPr/>
          </p:nvSpPr>
          <p:spPr>
            <a:xfrm>
              <a:off x="6221584" y="4794885"/>
              <a:ext cx="758336" cy="4234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7" name="Rectángulo 66">
              <a:extLst>
                <a:ext uri="{FF2B5EF4-FFF2-40B4-BE49-F238E27FC236}">
                  <a16:creationId xmlns:a16="http://schemas.microsoft.com/office/drawing/2014/main" id="{6388D3AF-A03D-AF61-9957-8D79F29281F6}"/>
                </a:ext>
              </a:extLst>
            </p:cNvPr>
            <p:cNvSpPr/>
            <p:nvPr/>
          </p:nvSpPr>
          <p:spPr>
            <a:xfrm>
              <a:off x="6494569" y="5218381"/>
              <a:ext cx="212362" cy="1072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D2443948-840E-BEC7-2F66-97BA4FA1978B}"/>
                </a:ext>
              </a:extLst>
            </p:cNvPr>
            <p:cNvSpPr/>
            <p:nvPr/>
          </p:nvSpPr>
          <p:spPr>
            <a:xfrm>
              <a:off x="6550327" y="5326716"/>
              <a:ext cx="100845" cy="3683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A258A8DD-42C6-45E1-8937-A1939019CFD9}"/>
                </a:ext>
              </a:extLst>
            </p:cNvPr>
            <p:cNvGrpSpPr/>
            <p:nvPr/>
          </p:nvGrpSpPr>
          <p:grpSpPr>
            <a:xfrm>
              <a:off x="6256020" y="4862903"/>
              <a:ext cx="140970" cy="177165"/>
              <a:chOff x="6256020" y="4862903"/>
              <a:chExt cx="140970" cy="177165"/>
            </a:xfrm>
          </p:grpSpPr>
          <p:cxnSp>
            <p:nvCxnSpPr>
              <p:cNvPr id="87" name="Conector recto 86">
                <a:extLst>
                  <a:ext uri="{FF2B5EF4-FFF2-40B4-BE49-F238E27FC236}">
                    <a16:creationId xmlns:a16="http://schemas.microsoft.com/office/drawing/2014/main" id="{7BB28CDB-FE6C-4169-EB80-F9D6D57D6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86290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D2ACEF40-3E24-5B2A-7C15-679859A59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89719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>
                <a:extLst>
                  <a:ext uri="{FF2B5EF4-FFF2-40B4-BE49-F238E27FC236}">
                    <a16:creationId xmlns:a16="http://schemas.microsoft.com/office/drawing/2014/main" id="{5356A0C4-7E90-54CB-8714-4BCF3C0F9C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93148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3F108B98-D91F-80F1-C781-5CDC4A3B7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967679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989F31F4-DC63-F617-5134-3E26DFD6C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5006072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>
                <a:extLst>
                  <a:ext uri="{FF2B5EF4-FFF2-40B4-BE49-F238E27FC236}">
                    <a16:creationId xmlns:a16="http://schemas.microsoft.com/office/drawing/2014/main" id="{806B1873-D88C-2808-7303-DEB531A0C8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5040068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3" name="Grupo 72">
              <a:extLst>
                <a:ext uri="{FF2B5EF4-FFF2-40B4-BE49-F238E27FC236}">
                  <a16:creationId xmlns:a16="http://schemas.microsoft.com/office/drawing/2014/main" id="{1FC7D717-F1C4-9063-7147-E6B4E007E8DB}"/>
                </a:ext>
              </a:extLst>
            </p:cNvPr>
            <p:cNvGrpSpPr/>
            <p:nvPr/>
          </p:nvGrpSpPr>
          <p:grpSpPr>
            <a:xfrm>
              <a:off x="6810330" y="4862904"/>
              <a:ext cx="140970" cy="177165"/>
              <a:chOff x="6313125" y="4862904"/>
              <a:chExt cx="140970" cy="177165"/>
            </a:xfrm>
          </p:grpSpPr>
          <p:cxnSp>
            <p:nvCxnSpPr>
              <p:cNvPr id="76" name="Conector recto 75">
                <a:extLst>
                  <a:ext uri="{FF2B5EF4-FFF2-40B4-BE49-F238E27FC236}">
                    <a16:creationId xmlns:a16="http://schemas.microsoft.com/office/drawing/2014/main" id="{2436C1DA-359B-1C6B-8827-A02406B7C8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86290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F857DFD4-2052-B542-5CB6-EBCDC05A47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89719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A18CBBA7-098D-5F39-5479-6C136B407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93148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30C00645-F92A-0B30-22D2-E7E50D6D0E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967679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 recto 83">
                <a:extLst>
                  <a:ext uri="{FF2B5EF4-FFF2-40B4-BE49-F238E27FC236}">
                    <a16:creationId xmlns:a16="http://schemas.microsoft.com/office/drawing/2014/main" id="{F7BA9FAB-DB11-B241-7F43-7361726982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5006072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ector recto 85">
                <a:extLst>
                  <a:ext uri="{FF2B5EF4-FFF2-40B4-BE49-F238E27FC236}">
                    <a16:creationId xmlns:a16="http://schemas.microsoft.com/office/drawing/2014/main" id="{4089DFC9-33D7-6D6F-3F54-A038BA6652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5040069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33385DB0-CEAF-5083-EDBD-AC8C4CCC06D9}"/>
                </a:ext>
              </a:extLst>
            </p:cNvPr>
            <p:cNvSpPr/>
            <p:nvPr/>
          </p:nvSpPr>
          <p:spPr>
            <a:xfrm>
              <a:off x="6852285" y="5124459"/>
              <a:ext cx="64770" cy="590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cxnSp>
        <p:nvCxnSpPr>
          <p:cNvPr id="101" name="Conector recto 100">
            <a:extLst>
              <a:ext uri="{FF2B5EF4-FFF2-40B4-BE49-F238E27FC236}">
                <a16:creationId xmlns:a16="http://schemas.microsoft.com/office/drawing/2014/main" id="{ECA49AE4-AA27-4A3E-2858-9F732D487222}"/>
              </a:ext>
            </a:extLst>
          </p:cNvPr>
          <p:cNvCxnSpPr>
            <a:cxnSpLocks/>
          </p:cNvCxnSpPr>
          <p:nvPr/>
        </p:nvCxnSpPr>
        <p:spPr>
          <a:xfrm>
            <a:off x="2857500" y="558311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Imagen 123">
            <a:extLst>
              <a:ext uri="{FF2B5EF4-FFF2-40B4-BE49-F238E27FC236}">
                <a16:creationId xmlns:a16="http://schemas.microsoft.com/office/drawing/2014/main" id="{CB3B8E94-6F6C-C496-3A44-197711C5DA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4505585"/>
            <a:ext cx="222622" cy="110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B6381-A027-EE7F-34B8-8BF1F5AC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3002D87B-E456-1D49-EF85-C562C9166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0105" y="-38100"/>
            <a:ext cx="11180904" cy="6858000"/>
          </a:xfrm>
          <a:prstGeom prst="rect">
            <a:avLst/>
          </a:prstGeom>
        </p:spPr>
      </p:pic>
      <p:pic>
        <p:nvPicPr>
          <p:cNvPr id="10" name="Picture 4">
            <a:extLst>
              <a:ext uri="{FF2B5EF4-FFF2-40B4-BE49-F238E27FC236}">
                <a16:creationId xmlns:a16="http://schemas.microsoft.com/office/drawing/2014/main" id="{FD2D7704-8D44-A909-8EB1-178A0ED69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079" y="2487418"/>
            <a:ext cx="1706514" cy="170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upo 23">
            <a:extLst>
              <a:ext uri="{FF2B5EF4-FFF2-40B4-BE49-F238E27FC236}">
                <a16:creationId xmlns:a16="http://schemas.microsoft.com/office/drawing/2014/main" id="{AAE1996C-1F4A-5812-98B0-784A5750176C}"/>
              </a:ext>
            </a:extLst>
          </p:cNvPr>
          <p:cNvGrpSpPr/>
          <p:nvPr/>
        </p:nvGrpSpPr>
        <p:grpSpPr>
          <a:xfrm>
            <a:off x="6221584" y="4794885"/>
            <a:ext cx="758336" cy="899160"/>
            <a:chOff x="6221584" y="4794885"/>
            <a:chExt cx="758336" cy="89916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83E5212E-80BE-C6CE-ACBD-CAF3BEA0D024}"/>
                </a:ext>
              </a:extLst>
            </p:cNvPr>
            <p:cNvSpPr/>
            <p:nvPr/>
          </p:nvSpPr>
          <p:spPr>
            <a:xfrm>
              <a:off x="6221584" y="4794885"/>
              <a:ext cx="758336" cy="4234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C2D1868-0715-3377-3CF7-87C8152A7578}"/>
                </a:ext>
              </a:extLst>
            </p:cNvPr>
            <p:cNvSpPr/>
            <p:nvPr/>
          </p:nvSpPr>
          <p:spPr>
            <a:xfrm>
              <a:off x="6527336" y="5218381"/>
              <a:ext cx="146831" cy="1072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C1B4C36E-F625-FDED-253A-A7A0010075A4}"/>
                </a:ext>
              </a:extLst>
            </p:cNvPr>
            <p:cNvSpPr/>
            <p:nvPr/>
          </p:nvSpPr>
          <p:spPr>
            <a:xfrm>
              <a:off x="6577891" y="5325647"/>
              <a:ext cx="45719" cy="3683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95D31D32-1EEF-D990-90D3-B39EFE545D76}"/>
                </a:ext>
              </a:extLst>
            </p:cNvPr>
            <p:cNvGrpSpPr/>
            <p:nvPr/>
          </p:nvGrpSpPr>
          <p:grpSpPr>
            <a:xfrm>
              <a:off x="6288405" y="4863465"/>
              <a:ext cx="140970" cy="177165"/>
              <a:chOff x="6288405" y="4863465"/>
              <a:chExt cx="140970" cy="177165"/>
            </a:xfrm>
          </p:grpSpPr>
          <p:cxnSp>
            <p:nvCxnSpPr>
              <p:cNvPr id="6" name="Conector recto 5">
                <a:extLst>
                  <a:ext uri="{FF2B5EF4-FFF2-40B4-BE49-F238E27FC236}">
                    <a16:creationId xmlns:a16="http://schemas.microsoft.com/office/drawing/2014/main" id="{5BD6A17A-43B0-BC58-40F8-5B353E03DB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42CF9DC3-178B-C01A-7698-3B9B3C1BF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174E5A65-8B5C-64AF-3338-15150C2C2A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079A16CA-E65A-9C1D-3D72-9EE85C3B48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4FBAA553-6D14-2808-C155-2AA4B357C8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E20AE388-7E32-AF49-EF90-C751F9A63F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6F7DF1E4-1C24-43C7-2579-37FF953C1EAC}"/>
                </a:ext>
              </a:extLst>
            </p:cNvPr>
            <p:cNvGrpSpPr/>
            <p:nvPr/>
          </p:nvGrpSpPr>
          <p:grpSpPr>
            <a:xfrm>
              <a:off x="6785610" y="4863465"/>
              <a:ext cx="140970" cy="177165"/>
              <a:chOff x="6288405" y="4863465"/>
              <a:chExt cx="140970" cy="177165"/>
            </a:xfrm>
          </p:grpSpPr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82CB85E8-2870-C397-635A-4FB65E329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1C051390-A372-3E19-9369-0A6516E7F8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02EA4A43-C9C6-7C68-D8E0-8BFAA75C14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5DE8ECEB-22BB-A52F-F568-52D48C76A2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4F457A65-FAB8-2AE6-528E-3CBEBFAA3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518BF26F-ABB1-81D4-4474-0DC3970208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A94E7E09-F640-426B-60AA-160C86781A70}"/>
                </a:ext>
              </a:extLst>
            </p:cNvPr>
            <p:cNvSpPr/>
            <p:nvPr/>
          </p:nvSpPr>
          <p:spPr>
            <a:xfrm>
              <a:off x="6852285" y="5124459"/>
              <a:ext cx="64770" cy="590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grpSp>
        <p:nvGrpSpPr>
          <p:cNvPr id="44" name="Grupo 43">
            <a:extLst>
              <a:ext uri="{FF2B5EF4-FFF2-40B4-BE49-F238E27FC236}">
                <a16:creationId xmlns:a16="http://schemas.microsoft.com/office/drawing/2014/main" id="{7AFDD7AF-4E65-A43E-F253-7D7C462E62A0}"/>
              </a:ext>
            </a:extLst>
          </p:cNvPr>
          <p:cNvGrpSpPr/>
          <p:nvPr/>
        </p:nvGrpSpPr>
        <p:grpSpPr>
          <a:xfrm>
            <a:off x="8371229" y="4873869"/>
            <a:ext cx="659130" cy="796290"/>
            <a:chOff x="6221584" y="4794885"/>
            <a:chExt cx="758336" cy="899160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F99C7451-8C50-7B0A-F088-242268F0CF8F}"/>
                </a:ext>
              </a:extLst>
            </p:cNvPr>
            <p:cNvSpPr/>
            <p:nvPr/>
          </p:nvSpPr>
          <p:spPr>
            <a:xfrm>
              <a:off x="6221584" y="4794885"/>
              <a:ext cx="758336" cy="4234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6B9F965D-BAFE-BAB8-CC23-DCB277C6CC76}"/>
                </a:ext>
              </a:extLst>
            </p:cNvPr>
            <p:cNvSpPr/>
            <p:nvPr/>
          </p:nvSpPr>
          <p:spPr>
            <a:xfrm>
              <a:off x="6527336" y="5218381"/>
              <a:ext cx="146831" cy="1072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5E57F38E-4906-2A74-BDB3-EBD29457B39C}"/>
                </a:ext>
              </a:extLst>
            </p:cNvPr>
            <p:cNvSpPr/>
            <p:nvPr/>
          </p:nvSpPr>
          <p:spPr>
            <a:xfrm>
              <a:off x="6577891" y="5325647"/>
              <a:ext cx="45719" cy="3683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48" name="Grupo 47">
              <a:extLst>
                <a:ext uri="{FF2B5EF4-FFF2-40B4-BE49-F238E27FC236}">
                  <a16:creationId xmlns:a16="http://schemas.microsoft.com/office/drawing/2014/main" id="{88BE9F10-F50A-A844-30C2-1674CA95DAFF}"/>
                </a:ext>
              </a:extLst>
            </p:cNvPr>
            <p:cNvGrpSpPr/>
            <p:nvPr/>
          </p:nvGrpSpPr>
          <p:grpSpPr>
            <a:xfrm>
              <a:off x="6288405" y="4863465"/>
              <a:ext cx="140970" cy="177165"/>
              <a:chOff x="6288405" y="4863465"/>
              <a:chExt cx="140970" cy="177165"/>
            </a:xfrm>
          </p:grpSpPr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7EE3AD23-6B32-6249-2763-5732A754EE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27D43008-8931-973D-FD0C-3940EF06E1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Conector recto 58">
                <a:extLst>
                  <a:ext uri="{FF2B5EF4-FFF2-40B4-BE49-F238E27FC236}">
                    <a16:creationId xmlns:a16="http://schemas.microsoft.com/office/drawing/2014/main" id="{F6C99E7D-0BE0-2237-7AB0-54C7110F68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cto 59">
                <a:extLst>
                  <a:ext uri="{FF2B5EF4-FFF2-40B4-BE49-F238E27FC236}">
                    <a16:creationId xmlns:a16="http://schemas.microsoft.com/office/drawing/2014/main" id="{EA78945B-885E-A430-AB7F-3170878106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1555A414-A17E-384E-60F7-F811271B1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99F5921E-C0DD-7F80-F94F-1A50D4BD54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upo 48">
              <a:extLst>
                <a:ext uri="{FF2B5EF4-FFF2-40B4-BE49-F238E27FC236}">
                  <a16:creationId xmlns:a16="http://schemas.microsoft.com/office/drawing/2014/main" id="{7E7F9123-7B4E-1033-673C-28FCC1A4E165}"/>
                </a:ext>
              </a:extLst>
            </p:cNvPr>
            <p:cNvGrpSpPr/>
            <p:nvPr/>
          </p:nvGrpSpPr>
          <p:grpSpPr>
            <a:xfrm>
              <a:off x="6785610" y="4863465"/>
              <a:ext cx="140970" cy="177165"/>
              <a:chOff x="6288405" y="4863465"/>
              <a:chExt cx="140970" cy="177165"/>
            </a:xfrm>
          </p:grpSpPr>
          <p:cxnSp>
            <p:nvCxnSpPr>
              <p:cNvPr id="51" name="Conector recto 50">
                <a:extLst>
                  <a:ext uri="{FF2B5EF4-FFF2-40B4-BE49-F238E27FC236}">
                    <a16:creationId xmlns:a16="http://schemas.microsoft.com/office/drawing/2014/main" id="{FA4BEB39-B535-1A11-1BB3-39F80589B3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6346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cto 51">
                <a:extLst>
                  <a:ext uri="{FF2B5EF4-FFF2-40B4-BE49-F238E27FC236}">
                    <a16:creationId xmlns:a16="http://schemas.microsoft.com/office/drawing/2014/main" id="{642DBF45-DB66-3705-0BED-954C668CDF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89775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cto 52">
                <a:extLst>
                  <a:ext uri="{FF2B5EF4-FFF2-40B4-BE49-F238E27FC236}">
                    <a16:creationId xmlns:a16="http://schemas.microsoft.com/office/drawing/2014/main" id="{5B46D82E-E95B-D2D5-E6A5-241C844836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32045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cto 53">
                <a:extLst>
                  <a:ext uri="{FF2B5EF4-FFF2-40B4-BE49-F238E27FC236}">
                    <a16:creationId xmlns:a16="http://schemas.microsoft.com/office/drawing/2014/main" id="{AA520B24-F401-F17E-1353-398735D79B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496824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Conector recto 54">
                <a:extLst>
                  <a:ext uri="{FF2B5EF4-FFF2-40B4-BE49-F238E27FC236}">
                    <a16:creationId xmlns:a16="http://schemas.microsoft.com/office/drawing/2014/main" id="{354CD196-4B6E-1EBF-2FC6-075F38632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0663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9471F730-7905-A8E1-3BF3-7AAC67C461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8405" y="5040630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4CBFE235-01FC-FED7-9778-621BF801792E}"/>
                </a:ext>
              </a:extLst>
            </p:cNvPr>
            <p:cNvSpPr/>
            <p:nvPr/>
          </p:nvSpPr>
          <p:spPr>
            <a:xfrm>
              <a:off x="6852285" y="5124459"/>
              <a:ext cx="64770" cy="590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FD23BB0D-3088-B549-C1FE-6CC8541D86EE}"/>
              </a:ext>
            </a:extLst>
          </p:cNvPr>
          <p:cNvGrpSpPr/>
          <p:nvPr/>
        </p:nvGrpSpPr>
        <p:grpSpPr>
          <a:xfrm>
            <a:off x="7273099" y="5451636"/>
            <a:ext cx="758336" cy="1110036"/>
            <a:chOff x="6221584" y="4794885"/>
            <a:chExt cx="758336" cy="900229"/>
          </a:xfrm>
        </p:grpSpPr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E97214BB-49A9-1DA5-FA89-AD147E9B071C}"/>
                </a:ext>
              </a:extLst>
            </p:cNvPr>
            <p:cNvSpPr/>
            <p:nvPr/>
          </p:nvSpPr>
          <p:spPr>
            <a:xfrm>
              <a:off x="6221584" y="4794885"/>
              <a:ext cx="758336" cy="42349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2354E34D-DFD5-B088-AA51-D9E164703780}"/>
                </a:ext>
              </a:extLst>
            </p:cNvPr>
            <p:cNvSpPr/>
            <p:nvPr/>
          </p:nvSpPr>
          <p:spPr>
            <a:xfrm>
              <a:off x="6494569" y="5218381"/>
              <a:ext cx="212362" cy="10726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66" name="Rectángulo 65">
              <a:extLst>
                <a:ext uri="{FF2B5EF4-FFF2-40B4-BE49-F238E27FC236}">
                  <a16:creationId xmlns:a16="http://schemas.microsoft.com/office/drawing/2014/main" id="{3089C676-3B0B-14A9-CF55-FA83C92AEC15}"/>
                </a:ext>
              </a:extLst>
            </p:cNvPr>
            <p:cNvSpPr/>
            <p:nvPr/>
          </p:nvSpPr>
          <p:spPr>
            <a:xfrm>
              <a:off x="6550327" y="5326716"/>
              <a:ext cx="100845" cy="36839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 dirty="0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grpSp>
          <p:nvGrpSpPr>
            <p:cNvPr id="67" name="Grupo 66">
              <a:extLst>
                <a:ext uri="{FF2B5EF4-FFF2-40B4-BE49-F238E27FC236}">
                  <a16:creationId xmlns:a16="http://schemas.microsoft.com/office/drawing/2014/main" id="{D5D684B0-EC9F-5568-CB23-68A397B40B47}"/>
                </a:ext>
              </a:extLst>
            </p:cNvPr>
            <p:cNvGrpSpPr/>
            <p:nvPr/>
          </p:nvGrpSpPr>
          <p:grpSpPr>
            <a:xfrm>
              <a:off x="6256020" y="4862903"/>
              <a:ext cx="140970" cy="177165"/>
              <a:chOff x="6256020" y="4862903"/>
              <a:chExt cx="140970" cy="177165"/>
            </a:xfrm>
          </p:grpSpPr>
          <p:cxnSp>
            <p:nvCxnSpPr>
              <p:cNvPr id="76" name="Conector recto 75">
                <a:extLst>
                  <a:ext uri="{FF2B5EF4-FFF2-40B4-BE49-F238E27FC236}">
                    <a16:creationId xmlns:a16="http://schemas.microsoft.com/office/drawing/2014/main" id="{568CBC33-07CC-5352-ACAC-6D5FAFDF5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86290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DFD2C509-D976-6FAE-1C62-20442D6603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89719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203AACDD-83B0-4BB6-93B4-429BEEE8B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931483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90FA92FC-8F5B-B5CA-9B6C-B27EA89F96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4967679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F551AE00-BD15-86C8-9FD7-2CCF7592D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5006072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98B5D155-5018-F184-9291-0B2BAB7DBC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56020" y="5040068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580149BA-7F32-12E0-36B4-EE2538E9210A}"/>
                </a:ext>
              </a:extLst>
            </p:cNvPr>
            <p:cNvGrpSpPr/>
            <p:nvPr/>
          </p:nvGrpSpPr>
          <p:grpSpPr>
            <a:xfrm>
              <a:off x="6810330" y="4862904"/>
              <a:ext cx="140970" cy="177165"/>
              <a:chOff x="6313125" y="4862904"/>
              <a:chExt cx="140970" cy="177165"/>
            </a:xfrm>
          </p:grpSpPr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3A0E3A5F-6CF2-881C-6177-3A427CD425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86290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A7B9DA1F-A646-57B5-97D0-28228E111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89719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7709A782-1AD8-E37A-23CB-14472A0C7C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931484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72">
                <a:extLst>
                  <a:ext uri="{FF2B5EF4-FFF2-40B4-BE49-F238E27FC236}">
                    <a16:creationId xmlns:a16="http://schemas.microsoft.com/office/drawing/2014/main" id="{7232F4F9-17C7-CE8C-E693-925CC32905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4967679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 recto 73">
                <a:extLst>
                  <a:ext uri="{FF2B5EF4-FFF2-40B4-BE49-F238E27FC236}">
                    <a16:creationId xmlns:a16="http://schemas.microsoft.com/office/drawing/2014/main" id="{C590345A-B854-C9BC-87E6-F9E3B7DE2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5006072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7DBBDA22-06E2-4EB7-F177-17EC146E9B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13125" y="5040069"/>
                <a:ext cx="14097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3D5F38B4-DA71-A0C4-B523-BC35893B551D}"/>
                </a:ext>
              </a:extLst>
            </p:cNvPr>
            <p:cNvSpPr/>
            <p:nvPr/>
          </p:nvSpPr>
          <p:spPr>
            <a:xfrm>
              <a:off x="6852285" y="5124459"/>
              <a:ext cx="64770" cy="59046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</p:grpSp>
    </p:spTree>
    <p:extLst>
      <p:ext uri="{BB962C8B-B14F-4D97-AF65-F5344CB8AC3E}">
        <p14:creationId xmlns:p14="http://schemas.microsoft.com/office/powerpoint/2010/main" val="15443605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</TotalTime>
  <Words>0</Words>
  <Application>Microsoft Office PowerPoint</Application>
  <PresentationFormat>Panorámica</PresentationFormat>
  <Paragraphs>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NICOLAY ALBERTO CHILLO CUICHAN</dc:creator>
  <cp:lastModifiedBy>NICOLAY ALBERTO CHILLO CUICHAN</cp:lastModifiedBy>
  <cp:revision>5</cp:revision>
  <dcterms:created xsi:type="dcterms:W3CDTF">2026-01-26T15:52:17Z</dcterms:created>
  <dcterms:modified xsi:type="dcterms:W3CDTF">2026-02-04T02:53:49Z</dcterms:modified>
</cp:coreProperties>
</file>